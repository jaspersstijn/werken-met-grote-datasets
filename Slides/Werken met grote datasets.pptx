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webextensions/webextension2.xml" ContentType="application/vnd.ms-office.webextension+xml"/>
  <Override PartName="/ppt/notesSlides/notesSlide5.xml" ContentType="application/vnd.openxmlformats-officedocument.presentationml.notesSlide+xml"/>
  <Override PartName="/ppt/webextensions/webextension3.xml" ContentType="application/vnd.ms-office.webextension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4.xml" ContentType="application/vnd.ms-office.webextens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webextensions/webextension5.xml" ContentType="application/vnd.ms-office.webextension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0"/>
  </p:notesMasterIdLst>
  <p:sldIdLst>
    <p:sldId id="1988" r:id="rId3"/>
    <p:sldId id="2025" r:id="rId4"/>
    <p:sldId id="2026" r:id="rId5"/>
    <p:sldId id="2029" r:id="rId6"/>
    <p:sldId id="2030" r:id="rId7"/>
    <p:sldId id="2031" r:id="rId8"/>
    <p:sldId id="2028" r:id="rId9"/>
    <p:sldId id="2036" r:id="rId10"/>
    <p:sldId id="2034" r:id="rId11"/>
    <p:sldId id="2032" r:id="rId12"/>
    <p:sldId id="2033" r:id="rId13"/>
    <p:sldId id="257" r:id="rId14"/>
    <p:sldId id="258" r:id="rId15"/>
    <p:sldId id="259" r:id="rId16"/>
    <p:sldId id="260" r:id="rId17"/>
    <p:sldId id="2035" r:id="rId18"/>
    <p:sldId id="2037" r:id="rId19"/>
    <p:sldId id="2042" r:id="rId20"/>
    <p:sldId id="262" r:id="rId21"/>
    <p:sldId id="263" r:id="rId22"/>
    <p:sldId id="2044" r:id="rId23"/>
    <p:sldId id="265" r:id="rId24"/>
    <p:sldId id="267" r:id="rId25"/>
    <p:sldId id="268" r:id="rId26"/>
    <p:sldId id="270" r:id="rId27"/>
    <p:sldId id="272" r:id="rId28"/>
    <p:sldId id="273" r:id="rId29"/>
    <p:sldId id="275" r:id="rId30"/>
    <p:sldId id="276" r:id="rId31"/>
    <p:sldId id="277" r:id="rId32"/>
    <p:sldId id="279" r:id="rId33"/>
    <p:sldId id="2038" r:id="rId34"/>
    <p:sldId id="1989" r:id="rId35"/>
    <p:sldId id="1990" r:id="rId36"/>
    <p:sldId id="2005" r:id="rId37"/>
    <p:sldId id="2006" r:id="rId38"/>
    <p:sldId id="2004" r:id="rId39"/>
    <p:sldId id="2007" r:id="rId40"/>
    <p:sldId id="2009" r:id="rId41"/>
    <p:sldId id="2011" r:id="rId42"/>
    <p:sldId id="2010" r:id="rId43"/>
    <p:sldId id="2013" r:id="rId44"/>
    <p:sldId id="2043" r:id="rId45"/>
    <p:sldId id="2020" r:id="rId46"/>
    <p:sldId id="2021" r:id="rId47"/>
    <p:sldId id="2015" r:id="rId48"/>
    <p:sldId id="2017" r:id="rId49"/>
    <p:sldId id="2018" r:id="rId50"/>
    <p:sldId id="2019" r:id="rId51"/>
    <p:sldId id="2022" r:id="rId52"/>
    <p:sldId id="2023" r:id="rId53"/>
    <p:sldId id="2024" r:id="rId54"/>
    <p:sldId id="2039" r:id="rId55"/>
    <p:sldId id="2045" r:id="rId56"/>
    <p:sldId id="2046" r:id="rId57"/>
    <p:sldId id="311" r:id="rId58"/>
    <p:sldId id="271" r:id="rId59"/>
    <p:sldId id="2047" r:id="rId60"/>
    <p:sldId id="2048" r:id="rId61"/>
    <p:sldId id="2049" r:id="rId62"/>
    <p:sldId id="264" r:id="rId63"/>
    <p:sldId id="2050" r:id="rId64"/>
    <p:sldId id="266" r:id="rId65"/>
    <p:sldId id="2051" r:id="rId66"/>
    <p:sldId id="274" r:id="rId67"/>
    <p:sldId id="2052" r:id="rId68"/>
    <p:sldId id="2053" r:id="rId69"/>
    <p:sldId id="269" r:id="rId70"/>
    <p:sldId id="2054" r:id="rId71"/>
    <p:sldId id="2055" r:id="rId72"/>
    <p:sldId id="278" r:id="rId73"/>
    <p:sldId id="2040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2059" r:id="rId84"/>
    <p:sldId id="2058" r:id="rId85"/>
    <p:sldId id="2057" r:id="rId86"/>
    <p:sldId id="2041" r:id="rId87"/>
    <p:sldId id="2008" r:id="rId88"/>
    <p:sldId id="2016" r:id="rId89"/>
  </p:sldIdLst>
  <p:sldSz cx="12192000" cy="6858000"/>
  <p:notesSz cx="9144000" cy="6858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1D67C6-1C0E-F54B-8855-E2EC505320A3}">
          <p14:sldIdLst/>
        </p14:section>
        <p14:section name="Info | Delete This" id="{7E3BBD1C-A8FF-4D3C-BD70-0A2DDB0067A7}">
          <p14:sldIdLst/>
        </p14:section>
        <p14:section name="DSI Template" id="{16749FF0-01B7-4702-B5A0-A08B1F19BDC8}">
          <p14:sldIdLst>
            <p14:sldId id="1988"/>
            <p14:sldId id="2025"/>
            <p14:sldId id="2026"/>
            <p14:sldId id="2029"/>
            <p14:sldId id="2030"/>
            <p14:sldId id="2031"/>
            <p14:sldId id="2028"/>
            <p14:sldId id="2036"/>
            <p14:sldId id="2034"/>
            <p14:sldId id="2032"/>
            <p14:sldId id="2033"/>
            <p14:sldId id="257"/>
            <p14:sldId id="258"/>
            <p14:sldId id="259"/>
            <p14:sldId id="260"/>
            <p14:sldId id="2035"/>
            <p14:sldId id="2037"/>
            <p14:sldId id="2042"/>
            <p14:sldId id="262"/>
            <p14:sldId id="263"/>
            <p14:sldId id="2044"/>
            <p14:sldId id="265"/>
            <p14:sldId id="267"/>
            <p14:sldId id="268"/>
            <p14:sldId id="270"/>
            <p14:sldId id="272"/>
            <p14:sldId id="273"/>
            <p14:sldId id="275"/>
            <p14:sldId id="276"/>
            <p14:sldId id="277"/>
            <p14:sldId id="279"/>
            <p14:sldId id="2038"/>
            <p14:sldId id="1989"/>
            <p14:sldId id="1990"/>
            <p14:sldId id="2005"/>
            <p14:sldId id="2006"/>
            <p14:sldId id="2004"/>
            <p14:sldId id="2007"/>
            <p14:sldId id="2009"/>
            <p14:sldId id="2011"/>
            <p14:sldId id="2010"/>
            <p14:sldId id="2013"/>
            <p14:sldId id="2043"/>
            <p14:sldId id="2020"/>
            <p14:sldId id="2021"/>
            <p14:sldId id="2015"/>
            <p14:sldId id="2017"/>
            <p14:sldId id="2018"/>
            <p14:sldId id="2019"/>
            <p14:sldId id="2022"/>
            <p14:sldId id="2023"/>
            <p14:sldId id="2024"/>
            <p14:sldId id="2039"/>
            <p14:sldId id="2045"/>
            <p14:sldId id="2046"/>
            <p14:sldId id="311"/>
            <p14:sldId id="271"/>
            <p14:sldId id="2047"/>
            <p14:sldId id="2048"/>
            <p14:sldId id="2049"/>
            <p14:sldId id="264"/>
            <p14:sldId id="2050"/>
            <p14:sldId id="266"/>
            <p14:sldId id="2051"/>
            <p14:sldId id="274"/>
            <p14:sldId id="2052"/>
            <p14:sldId id="2053"/>
            <p14:sldId id="269"/>
            <p14:sldId id="2054"/>
            <p14:sldId id="2055"/>
            <p14:sldId id="278"/>
            <p14:sldId id="2040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2059"/>
            <p14:sldId id="2058"/>
            <p14:sldId id="2057"/>
            <p14:sldId id="2041"/>
            <p14:sldId id="2008"/>
            <p14:sldId id="2016"/>
          </p14:sldIdLst>
        </p14:section>
        <p14:section name="Icons &amp; Symbols" id="{FBAD35DA-4A79-4309-813A-924C11BCA06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44"/>
    <p:restoredTop sz="74286"/>
  </p:normalViewPr>
  <p:slideViewPr>
    <p:cSldViewPr snapToGrid="0">
      <p:cViewPr varScale="1">
        <p:scale>
          <a:sx n="93" d="100"/>
          <a:sy n="93" d="100"/>
        </p:scale>
        <p:origin x="14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3D4A2D-2A71-9B4B-A496-7A05DAF0A1C0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6D0FB6C-1418-1F4B-AD9F-E7EB0BE108C5}">
      <dgm:prSet phldrT="[Text]" custT="1"/>
      <dgm:spPr/>
      <dgm:t>
        <a:bodyPr/>
        <a:lstStyle/>
        <a:p>
          <a:r>
            <a:rPr lang="en-GB" sz="2400" dirty="0"/>
            <a:t>1 veranderlijke  </a:t>
          </a:r>
        </a:p>
      </dgm:t>
    </dgm:pt>
    <dgm:pt modelId="{E98FA307-4A92-4E4F-BDE5-37F792DFB6D1}" type="parTrans" cxnId="{EFDBE942-6FD6-6242-ACA2-3CC0905CA8B8}">
      <dgm:prSet/>
      <dgm:spPr/>
      <dgm:t>
        <a:bodyPr/>
        <a:lstStyle/>
        <a:p>
          <a:endParaRPr lang="en-GB"/>
        </a:p>
      </dgm:t>
    </dgm:pt>
    <dgm:pt modelId="{FECBE682-183F-8541-978C-00D14E54F836}" type="sibTrans" cxnId="{EFDBE942-6FD6-6242-ACA2-3CC0905CA8B8}">
      <dgm:prSet/>
      <dgm:spPr/>
      <dgm:t>
        <a:bodyPr/>
        <a:lstStyle/>
        <a:p>
          <a:endParaRPr lang="en-GB"/>
        </a:p>
      </dgm:t>
    </dgm:pt>
    <dgm:pt modelId="{11CE9158-3B4B-324F-B014-4035A0BEF0F7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</a:t>
          </a:r>
        </a:p>
      </dgm:t>
    </dgm:pt>
    <dgm:pt modelId="{EC922C26-BFB3-CC46-9247-41286103E1D1}" type="parTrans" cxnId="{5A912CA9-2C05-354C-8393-A948C44A4B0E}">
      <dgm:prSet/>
      <dgm:spPr/>
      <dgm:t>
        <a:bodyPr/>
        <a:lstStyle/>
        <a:p>
          <a:endParaRPr lang="en-GB"/>
        </a:p>
      </dgm:t>
    </dgm:pt>
    <dgm:pt modelId="{B5D9CAFA-8817-1348-9F03-07AFC3480E39}" type="sibTrans" cxnId="{5A912CA9-2C05-354C-8393-A948C44A4B0E}">
      <dgm:prSet/>
      <dgm:spPr/>
      <dgm:t>
        <a:bodyPr/>
        <a:lstStyle/>
        <a:p>
          <a:endParaRPr lang="en-GB"/>
        </a:p>
      </dgm:t>
    </dgm:pt>
    <dgm:pt modelId="{6C7948FB-0E8E-3F40-ACAB-2B69814AE112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</a:t>
          </a:r>
        </a:p>
      </dgm:t>
    </dgm:pt>
    <dgm:pt modelId="{73F23AB3-10A5-484D-89AD-E9B45F3A7796}" type="parTrans" cxnId="{85D61AB6-1F86-C54D-BD02-9527CB39BE12}">
      <dgm:prSet/>
      <dgm:spPr/>
      <dgm:t>
        <a:bodyPr/>
        <a:lstStyle/>
        <a:p>
          <a:endParaRPr lang="en-GB"/>
        </a:p>
      </dgm:t>
    </dgm:pt>
    <dgm:pt modelId="{CE0861D8-4B36-D64B-96ED-8473AC8D65D5}" type="sibTrans" cxnId="{85D61AB6-1F86-C54D-BD02-9527CB39BE12}">
      <dgm:prSet/>
      <dgm:spPr/>
      <dgm:t>
        <a:bodyPr/>
        <a:lstStyle/>
        <a:p>
          <a:endParaRPr lang="en-GB"/>
        </a:p>
      </dgm:t>
    </dgm:pt>
    <dgm:pt modelId="{0E15767B-4481-FB42-836A-00D947CFEAD6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</a:t>
          </a:r>
        </a:p>
      </dgm:t>
    </dgm:pt>
    <dgm:pt modelId="{A6666959-9631-BF47-A7E0-D00B715E00C8}" type="parTrans" cxnId="{50B7202E-42E4-BE45-B204-07C67BCC7726}">
      <dgm:prSet/>
      <dgm:spPr/>
      <dgm:t>
        <a:bodyPr/>
        <a:lstStyle/>
        <a:p>
          <a:endParaRPr lang="en-GB"/>
        </a:p>
      </dgm:t>
    </dgm:pt>
    <dgm:pt modelId="{552EA831-92D5-B143-B988-38E3D22E8B38}" type="sibTrans" cxnId="{50B7202E-42E4-BE45-B204-07C67BCC7726}">
      <dgm:prSet/>
      <dgm:spPr/>
      <dgm:t>
        <a:bodyPr/>
        <a:lstStyle/>
        <a:p>
          <a:endParaRPr lang="en-GB"/>
        </a:p>
      </dgm:t>
    </dgm:pt>
    <dgm:pt modelId="{4498418C-A7F7-9B42-BBEF-1CB548BA69A4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</a:t>
          </a:r>
        </a:p>
      </dgm:t>
    </dgm:pt>
    <dgm:pt modelId="{32CE654E-EA43-A84F-96BA-BD4619A085BD}" type="parTrans" cxnId="{836AF0CD-9BEE-8A43-A841-6C4E7400ECF0}">
      <dgm:prSet/>
      <dgm:spPr/>
      <dgm:t>
        <a:bodyPr/>
        <a:lstStyle/>
        <a:p>
          <a:endParaRPr lang="en-GB"/>
        </a:p>
      </dgm:t>
    </dgm:pt>
    <dgm:pt modelId="{82AE1DD6-D6F1-DA4C-AFAB-844800A111F2}" type="sibTrans" cxnId="{836AF0CD-9BEE-8A43-A841-6C4E7400ECF0}">
      <dgm:prSet/>
      <dgm:spPr/>
      <dgm:t>
        <a:bodyPr/>
        <a:lstStyle/>
        <a:p>
          <a:endParaRPr lang="en-GB"/>
        </a:p>
      </dgm:t>
    </dgm:pt>
    <dgm:pt modelId="{9746E518-3EBC-4E4C-A8A8-E883D7AEF87B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staafdiagram</a:t>
          </a:r>
        </a:p>
      </dgm:t>
    </dgm:pt>
    <dgm:pt modelId="{360466DD-7B22-7C4C-9CDD-08C77970A7E4}" type="parTrans" cxnId="{DA2A35F2-A03B-5646-AA79-D525CCC7FCFA}">
      <dgm:prSet/>
      <dgm:spPr/>
      <dgm:t>
        <a:bodyPr/>
        <a:lstStyle/>
        <a:p>
          <a:endParaRPr lang="en-GB"/>
        </a:p>
      </dgm:t>
    </dgm:pt>
    <dgm:pt modelId="{A55E7EE4-E679-4C47-A15F-028FED2A22BE}" type="sibTrans" cxnId="{DA2A35F2-A03B-5646-AA79-D525CCC7FCFA}">
      <dgm:prSet/>
      <dgm:spPr/>
      <dgm:t>
        <a:bodyPr/>
        <a:lstStyle/>
        <a:p>
          <a:endParaRPr lang="en-GB"/>
        </a:p>
      </dgm:t>
    </dgm:pt>
    <dgm:pt modelId="{7A834606-92E8-9E44-9E06-97756F9AC537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dotplot</a:t>
          </a:r>
        </a:p>
      </dgm:t>
    </dgm:pt>
    <dgm:pt modelId="{B39F07CE-AAA7-8844-939A-E0A466A43D86}" type="parTrans" cxnId="{198BDEAC-D1B0-D042-A60A-61E0F56838CD}">
      <dgm:prSet/>
      <dgm:spPr/>
      <dgm:t>
        <a:bodyPr/>
        <a:lstStyle/>
        <a:p>
          <a:endParaRPr lang="en-GB"/>
        </a:p>
      </dgm:t>
    </dgm:pt>
    <dgm:pt modelId="{E89780DE-E5D5-484A-828E-B3BAA9FF79F9}" type="sibTrans" cxnId="{198BDEAC-D1B0-D042-A60A-61E0F56838CD}">
      <dgm:prSet/>
      <dgm:spPr/>
      <dgm:t>
        <a:bodyPr/>
        <a:lstStyle/>
        <a:p>
          <a:endParaRPr lang="en-GB"/>
        </a:p>
      </dgm:t>
    </dgm:pt>
    <dgm:pt modelId="{403DC18F-EFD6-5249-A90F-1F282DDB3021}" type="pres">
      <dgm:prSet presAssocID="{9E3D4A2D-2A71-9B4B-A496-7A05DAF0A1C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E21EF3-C9B8-CD42-8BC0-283E7D9961B8}" type="pres">
      <dgm:prSet presAssocID="{9E3D4A2D-2A71-9B4B-A496-7A05DAF0A1C0}" presName="hierFlow" presStyleCnt="0"/>
      <dgm:spPr/>
    </dgm:pt>
    <dgm:pt modelId="{C19556E2-5593-5444-ACA0-0997381EA327}" type="pres">
      <dgm:prSet presAssocID="{9E3D4A2D-2A71-9B4B-A496-7A05DAF0A1C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7F45DAF-04AC-E54B-96D6-A0D3DB7C84A7}" type="pres">
      <dgm:prSet presAssocID="{E6D0FB6C-1418-1F4B-AD9F-E7EB0BE108C5}" presName="Name17" presStyleCnt="0"/>
      <dgm:spPr/>
    </dgm:pt>
    <dgm:pt modelId="{7DFC5914-00D4-5E44-82E5-A772A4FF3000}" type="pres">
      <dgm:prSet presAssocID="{E6D0FB6C-1418-1F4B-AD9F-E7EB0BE108C5}" presName="level1Shape" presStyleLbl="node0" presStyleIdx="0" presStyleCnt="1">
        <dgm:presLayoutVars>
          <dgm:chPref val="3"/>
        </dgm:presLayoutVars>
      </dgm:prSet>
      <dgm:spPr/>
    </dgm:pt>
    <dgm:pt modelId="{DD7120C3-DEAB-5940-8775-4D47D513ABB0}" type="pres">
      <dgm:prSet presAssocID="{E6D0FB6C-1418-1F4B-AD9F-E7EB0BE108C5}" presName="hierChild2" presStyleCnt="0"/>
      <dgm:spPr/>
    </dgm:pt>
    <dgm:pt modelId="{DED87EEA-C4A3-1946-B757-D40E76C0D92E}" type="pres">
      <dgm:prSet presAssocID="{EC922C26-BFB3-CC46-9247-41286103E1D1}" presName="Name25" presStyleLbl="parChTrans1D2" presStyleIdx="0" presStyleCnt="2"/>
      <dgm:spPr/>
    </dgm:pt>
    <dgm:pt modelId="{35590961-7A86-8449-8813-300C4FFC02AF}" type="pres">
      <dgm:prSet presAssocID="{EC922C26-BFB3-CC46-9247-41286103E1D1}" presName="connTx" presStyleLbl="parChTrans1D2" presStyleIdx="0" presStyleCnt="2"/>
      <dgm:spPr/>
    </dgm:pt>
    <dgm:pt modelId="{2A008CBC-0CA0-714E-8536-14AFBB0E9C7E}" type="pres">
      <dgm:prSet presAssocID="{11CE9158-3B4B-324F-B014-4035A0BEF0F7}" presName="Name30" presStyleCnt="0"/>
      <dgm:spPr/>
    </dgm:pt>
    <dgm:pt modelId="{36F510B8-A041-5D46-8B1E-CBB7975002BA}" type="pres">
      <dgm:prSet presAssocID="{11CE9158-3B4B-324F-B014-4035A0BEF0F7}" presName="level2Shape" presStyleLbl="node2" presStyleIdx="0" presStyleCnt="2"/>
      <dgm:spPr/>
    </dgm:pt>
    <dgm:pt modelId="{2DCF6912-F652-A147-B05F-109FF642ED23}" type="pres">
      <dgm:prSet presAssocID="{11CE9158-3B4B-324F-B014-4035A0BEF0F7}" presName="hierChild3" presStyleCnt="0"/>
      <dgm:spPr/>
    </dgm:pt>
    <dgm:pt modelId="{90D42751-34D2-1244-BB2C-52179C61F56E}" type="pres">
      <dgm:prSet presAssocID="{73F23AB3-10A5-484D-89AD-E9B45F3A7796}" presName="Name25" presStyleLbl="parChTrans1D3" presStyleIdx="0" presStyleCnt="4"/>
      <dgm:spPr/>
    </dgm:pt>
    <dgm:pt modelId="{1B6300E3-1204-924A-BF91-B724E041204D}" type="pres">
      <dgm:prSet presAssocID="{73F23AB3-10A5-484D-89AD-E9B45F3A7796}" presName="connTx" presStyleLbl="parChTrans1D3" presStyleIdx="0" presStyleCnt="4"/>
      <dgm:spPr/>
    </dgm:pt>
    <dgm:pt modelId="{5D223DC0-3CB2-A14F-8410-E3A6D6C43991}" type="pres">
      <dgm:prSet presAssocID="{6C7948FB-0E8E-3F40-ACAB-2B69814AE112}" presName="Name30" presStyleCnt="0"/>
      <dgm:spPr/>
    </dgm:pt>
    <dgm:pt modelId="{7A1E4195-C245-484E-AC76-973CFAEAE3A8}" type="pres">
      <dgm:prSet presAssocID="{6C7948FB-0E8E-3F40-ACAB-2B69814AE112}" presName="level2Shape" presStyleLbl="node3" presStyleIdx="0" presStyleCnt="4"/>
      <dgm:spPr/>
    </dgm:pt>
    <dgm:pt modelId="{1BF662DF-481E-9A40-8B22-47E5764F25BF}" type="pres">
      <dgm:prSet presAssocID="{6C7948FB-0E8E-3F40-ACAB-2B69814AE112}" presName="hierChild3" presStyleCnt="0"/>
      <dgm:spPr/>
    </dgm:pt>
    <dgm:pt modelId="{86566A73-B09D-4941-BF19-CAEB6CE0834A}" type="pres">
      <dgm:prSet presAssocID="{A6666959-9631-BF47-A7E0-D00B715E00C8}" presName="Name25" presStyleLbl="parChTrans1D3" presStyleIdx="1" presStyleCnt="4"/>
      <dgm:spPr/>
    </dgm:pt>
    <dgm:pt modelId="{C32728AF-1B17-F34A-BA0F-18C0C5F58235}" type="pres">
      <dgm:prSet presAssocID="{A6666959-9631-BF47-A7E0-D00B715E00C8}" presName="connTx" presStyleLbl="parChTrans1D3" presStyleIdx="1" presStyleCnt="4"/>
      <dgm:spPr/>
    </dgm:pt>
    <dgm:pt modelId="{16A3DF0E-D4C5-8B40-AB79-E1B2F7B1BD3E}" type="pres">
      <dgm:prSet presAssocID="{0E15767B-4481-FB42-836A-00D947CFEAD6}" presName="Name30" presStyleCnt="0"/>
      <dgm:spPr/>
    </dgm:pt>
    <dgm:pt modelId="{5055A689-40DB-FE44-99E1-AADCA5A1A057}" type="pres">
      <dgm:prSet presAssocID="{0E15767B-4481-FB42-836A-00D947CFEAD6}" presName="level2Shape" presStyleLbl="node3" presStyleIdx="1" presStyleCnt="4"/>
      <dgm:spPr/>
    </dgm:pt>
    <dgm:pt modelId="{F6FC5EB0-5F54-FD4E-A345-A178D729780D}" type="pres">
      <dgm:prSet presAssocID="{0E15767B-4481-FB42-836A-00D947CFEAD6}" presName="hierChild3" presStyleCnt="0"/>
      <dgm:spPr/>
    </dgm:pt>
    <dgm:pt modelId="{50AB47E7-B005-5746-A7B3-6FE3BE79461A}" type="pres">
      <dgm:prSet presAssocID="{32CE654E-EA43-A84F-96BA-BD4619A085BD}" presName="Name25" presStyleLbl="parChTrans1D2" presStyleIdx="1" presStyleCnt="2"/>
      <dgm:spPr/>
    </dgm:pt>
    <dgm:pt modelId="{B5392BC2-7A3B-5444-9172-50B94FAE66E0}" type="pres">
      <dgm:prSet presAssocID="{32CE654E-EA43-A84F-96BA-BD4619A085BD}" presName="connTx" presStyleLbl="parChTrans1D2" presStyleIdx="1" presStyleCnt="2"/>
      <dgm:spPr/>
    </dgm:pt>
    <dgm:pt modelId="{7CE9D418-0696-4749-BA33-83DE1EF24C03}" type="pres">
      <dgm:prSet presAssocID="{4498418C-A7F7-9B42-BBEF-1CB548BA69A4}" presName="Name30" presStyleCnt="0"/>
      <dgm:spPr/>
    </dgm:pt>
    <dgm:pt modelId="{E6F98D37-E7E6-0147-97F1-0E6D5AE72490}" type="pres">
      <dgm:prSet presAssocID="{4498418C-A7F7-9B42-BBEF-1CB548BA69A4}" presName="level2Shape" presStyleLbl="node2" presStyleIdx="1" presStyleCnt="2"/>
      <dgm:spPr/>
    </dgm:pt>
    <dgm:pt modelId="{08C6B44F-111E-E046-AFC6-296F654033D5}" type="pres">
      <dgm:prSet presAssocID="{4498418C-A7F7-9B42-BBEF-1CB548BA69A4}" presName="hierChild3" presStyleCnt="0"/>
      <dgm:spPr/>
    </dgm:pt>
    <dgm:pt modelId="{0AEA679E-5994-FC4B-8EDB-F82EB0BC7AAB}" type="pres">
      <dgm:prSet presAssocID="{360466DD-7B22-7C4C-9CDD-08C77970A7E4}" presName="Name25" presStyleLbl="parChTrans1D3" presStyleIdx="2" presStyleCnt="4"/>
      <dgm:spPr/>
    </dgm:pt>
    <dgm:pt modelId="{489CD79C-EDE7-1E48-848F-B4768BEDB553}" type="pres">
      <dgm:prSet presAssocID="{360466DD-7B22-7C4C-9CDD-08C77970A7E4}" presName="connTx" presStyleLbl="parChTrans1D3" presStyleIdx="2" presStyleCnt="4"/>
      <dgm:spPr/>
    </dgm:pt>
    <dgm:pt modelId="{C5401FE3-880D-E54E-91AF-AB96713A2E68}" type="pres">
      <dgm:prSet presAssocID="{9746E518-3EBC-4E4C-A8A8-E883D7AEF87B}" presName="Name30" presStyleCnt="0"/>
      <dgm:spPr/>
    </dgm:pt>
    <dgm:pt modelId="{5323AC0D-B6A9-9042-90B8-03EB5BAACA76}" type="pres">
      <dgm:prSet presAssocID="{9746E518-3EBC-4E4C-A8A8-E883D7AEF87B}" presName="level2Shape" presStyleLbl="node3" presStyleIdx="2" presStyleCnt="4"/>
      <dgm:spPr/>
    </dgm:pt>
    <dgm:pt modelId="{78216F2C-B4B0-074A-9ACF-4C663D280DF0}" type="pres">
      <dgm:prSet presAssocID="{9746E518-3EBC-4E4C-A8A8-E883D7AEF87B}" presName="hierChild3" presStyleCnt="0"/>
      <dgm:spPr/>
    </dgm:pt>
    <dgm:pt modelId="{D7D60CA5-A6B8-1D47-8E5C-EACDBEA2E824}" type="pres">
      <dgm:prSet presAssocID="{B39F07CE-AAA7-8844-939A-E0A466A43D86}" presName="Name25" presStyleLbl="parChTrans1D3" presStyleIdx="3" presStyleCnt="4"/>
      <dgm:spPr/>
    </dgm:pt>
    <dgm:pt modelId="{1263949D-F50E-374B-B728-9AAAC75875C3}" type="pres">
      <dgm:prSet presAssocID="{B39F07CE-AAA7-8844-939A-E0A466A43D86}" presName="connTx" presStyleLbl="parChTrans1D3" presStyleIdx="3" presStyleCnt="4"/>
      <dgm:spPr/>
    </dgm:pt>
    <dgm:pt modelId="{48666B45-DA7E-0B49-80B0-5A1EE6B8006F}" type="pres">
      <dgm:prSet presAssocID="{7A834606-92E8-9E44-9E06-97756F9AC537}" presName="Name30" presStyleCnt="0"/>
      <dgm:spPr/>
    </dgm:pt>
    <dgm:pt modelId="{4F980B03-1192-B547-92C6-F97C0FB45D3D}" type="pres">
      <dgm:prSet presAssocID="{7A834606-92E8-9E44-9E06-97756F9AC537}" presName="level2Shape" presStyleLbl="node3" presStyleIdx="3" presStyleCnt="4"/>
      <dgm:spPr/>
    </dgm:pt>
    <dgm:pt modelId="{FCF95569-C5FA-6144-BC0C-9451FF82B349}" type="pres">
      <dgm:prSet presAssocID="{7A834606-92E8-9E44-9E06-97756F9AC537}" presName="hierChild3" presStyleCnt="0"/>
      <dgm:spPr/>
    </dgm:pt>
    <dgm:pt modelId="{2A1EBC13-8612-F249-91EA-FF5EC4FD6A0F}" type="pres">
      <dgm:prSet presAssocID="{9E3D4A2D-2A71-9B4B-A496-7A05DAF0A1C0}" presName="bgShapesFlow" presStyleCnt="0"/>
      <dgm:spPr/>
    </dgm:pt>
  </dgm:ptLst>
  <dgm:cxnLst>
    <dgm:cxn modelId="{D2F45909-D1DD-F943-9D5E-03F050887E60}" type="presOf" srcId="{4498418C-A7F7-9B42-BBEF-1CB548BA69A4}" destId="{E6F98D37-E7E6-0147-97F1-0E6D5AE72490}" srcOrd="0" destOrd="0" presId="urn:microsoft.com/office/officeart/2005/8/layout/hierarchy5"/>
    <dgm:cxn modelId="{E599AD0A-7717-154D-91BF-CFDB4A5564CE}" type="presOf" srcId="{360466DD-7B22-7C4C-9CDD-08C77970A7E4}" destId="{489CD79C-EDE7-1E48-848F-B4768BEDB553}" srcOrd="1" destOrd="0" presId="urn:microsoft.com/office/officeart/2005/8/layout/hierarchy5"/>
    <dgm:cxn modelId="{F669490B-B0FB-044F-95A3-10225145C805}" type="presOf" srcId="{7A834606-92E8-9E44-9E06-97756F9AC537}" destId="{4F980B03-1192-B547-92C6-F97C0FB45D3D}" srcOrd="0" destOrd="0" presId="urn:microsoft.com/office/officeart/2005/8/layout/hierarchy5"/>
    <dgm:cxn modelId="{6FA84B13-39CD-764D-B5B8-B4CED11D1A39}" type="presOf" srcId="{11CE9158-3B4B-324F-B014-4035A0BEF0F7}" destId="{36F510B8-A041-5D46-8B1E-CBB7975002BA}" srcOrd="0" destOrd="0" presId="urn:microsoft.com/office/officeart/2005/8/layout/hierarchy5"/>
    <dgm:cxn modelId="{A3032F20-7CB6-FA4E-9431-F6D538A4EAEB}" type="presOf" srcId="{73F23AB3-10A5-484D-89AD-E9B45F3A7796}" destId="{1B6300E3-1204-924A-BF91-B724E041204D}" srcOrd="1" destOrd="0" presId="urn:microsoft.com/office/officeart/2005/8/layout/hierarchy5"/>
    <dgm:cxn modelId="{50B7202E-42E4-BE45-B204-07C67BCC7726}" srcId="{11CE9158-3B4B-324F-B014-4035A0BEF0F7}" destId="{0E15767B-4481-FB42-836A-00D947CFEAD6}" srcOrd="1" destOrd="0" parTransId="{A6666959-9631-BF47-A7E0-D00B715E00C8}" sibTransId="{552EA831-92D5-B143-B988-38E3D22E8B38}"/>
    <dgm:cxn modelId="{EFDBE942-6FD6-6242-ACA2-3CC0905CA8B8}" srcId="{9E3D4A2D-2A71-9B4B-A496-7A05DAF0A1C0}" destId="{E6D0FB6C-1418-1F4B-AD9F-E7EB0BE108C5}" srcOrd="0" destOrd="0" parTransId="{E98FA307-4A92-4E4F-BDE5-37F792DFB6D1}" sibTransId="{FECBE682-183F-8541-978C-00D14E54F836}"/>
    <dgm:cxn modelId="{75CF2547-A480-454B-84F0-657F48340209}" type="presOf" srcId="{A6666959-9631-BF47-A7E0-D00B715E00C8}" destId="{86566A73-B09D-4941-BF19-CAEB6CE0834A}" srcOrd="0" destOrd="0" presId="urn:microsoft.com/office/officeart/2005/8/layout/hierarchy5"/>
    <dgm:cxn modelId="{9F5FE249-464C-734E-9CF6-AA06743EA006}" type="presOf" srcId="{A6666959-9631-BF47-A7E0-D00B715E00C8}" destId="{C32728AF-1B17-F34A-BA0F-18C0C5F58235}" srcOrd="1" destOrd="0" presId="urn:microsoft.com/office/officeart/2005/8/layout/hierarchy5"/>
    <dgm:cxn modelId="{0801484D-F792-664B-B27A-E3B2BB6CF904}" type="presOf" srcId="{360466DD-7B22-7C4C-9CDD-08C77970A7E4}" destId="{0AEA679E-5994-FC4B-8EDB-F82EB0BC7AAB}" srcOrd="0" destOrd="0" presId="urn:microsoft.com/office/officeart/2005/8/layout/hierarchy5"/>
    <dgm:cxn modelId="{C473FE4E-09B4-6A43-B1B5-2D517194AB9C}" type="presOf" srcId="{EC922C26-BFB3-CC46-9247-41286103E1D1}" destId="{DED87EEA-C4A3-1946-B757-D40E76C0D92E}" srcOrd="0" destOrd="0" presId="urn:microsoft.com/office/officeart/2005/8/layout/hierarchy5"/>
    <dgm:cxn modelId="{02B4E576-DA6D-B14B-8237-362F42A0ADA9}" type="presOf" srcId="{0E15767B-4481-FB42-836A-00D947CFEAD6}" destId="{5055A689-40DB-FE44-99E1-AADCA5A1A057}" srcOrd="0" destOrd="0" presId="urn:microsoft.com/office/officeart/2005/8/layout/hierarchy5"/>
    <dgm:cxn modelId="{396A967F-A28A-7744-A853-D0950D6E209B}" type="presOf" srcId="{73F23AB3-10A5-484D-89AD-E9B45F3A7796}" destId="{90D42751-34D2-1244-BB2C-52179C61F56E}" srcOrd="0" destOrd="0" presId="urn:microsoft.com/office/officeart/2005/8/layout/hierarchy5"/>
    <dgm:cxn modelId="{F1123484-6071-EA42-83F4-39069049ABDE}" type="presOf" srcId="{E6D0FB6C-1418-1F4B-AD9F-E7EB0BE108C5}" destId="{7DFC5914-00D4-5E44-82E5-A772A4FF3000}" srcOrd="0" destOrd="0" presId="urn:microsoft.com/office/officeart/2005/8/layout/hierarchy5"/>
    <dgm:cxn modelId="{8914819D-602D-F943-B697-5E3C9BCA4F64}" type="presOf" srcId="{9E3D4A2D-2A71-9B4B-A496-7A05DAF0A1C0}" destId="{403DC18F-EFD6-5249-A90F-1F282DDB3021}" srcOrd="0" destOrd="0" presId="urn:microsoft.com/office/officeart/2005/8/layout/hierarchy5"/>
    <dgm:cxn modelId="{5A912CA9-2C05-354C-8393-A948C44A4B0E}" srcId="{E6D0FB6C-1418-1F4B-AD9F-E7EB0BE108C5}" destId="{11CE9158-3B4B-324F-B014-4035A0BEF0F7}" srcOrd="0" destOrd="0" parTransId="{EC922C26-BFB3-CC46-9247-41286103E1D1}" sibTransId="{B5D9CAFA-8817-1348-9F03-07AFC3480E39}"/>
    <dgm:cxn modelId="{198BDEAC-D1B0-D042-A60A-61E0F56838CD}" srcId="{4498418C-A7F7-9B42-BBEF-1CB548BA69A4}" destId="{7A834606-92E8-9E44-9E06-97756F9AC537}" srcOrd="1" destOrd="0" parTransId="{B39F07CE-AAA7-8844-939A-E0A466A43D86}" sibTransId="{E89780DE-E5D5-484A-828E-B3BAA9FF79F9}"/>
    <dgm:cxn modelId="{CDB1B0AD-9F25-1347-9C52-05D31189CA8E}" type="presOf" srcId="{EC922C26-BFB3-CC46-9247-41286103E1D1}" destId="{35590961-7A86-8449-8813-300C4FFC02AF}" srcOrd="1" destOrd="0" presId="urn:microsoft.com/office/officeart/2005/8/layout/hierarchy5"/>
    <dgm:cxn modelId="{85D61AB6-1F86-C54D-BD02-9527CB39BE12}" srcId="{11CE9158-3B4B-324F-B014-4035A0BEF0F7}" destId="{6C7948FB-0E8E-3F40-ACAB-2B69814AE112}" srcOrd="0" destOrd="0" parTransId="{73F23AB3-10A5-484D-89AD-E9B45F3A7796}" sibTransId="{CE0861D8-4B36-D64B-96ED-8473AC8D65D5}"/>
    <dgm:cxn modelId="{843BC1B9-E7DF-584F-93F4-823134AC6C35}" type="presOf" srcId="{6C7948FB-0E8E-3F40-ACAB-2B69814AE112}" destId="{7A1E4195-C245-484E-AC76-973CFAEAE3A8}" srcOrd="0" destOrd="0" presId="urn:microsoft.com/office/officeart/2005/8/layout/hierarchy5"/>
    <dgm:cxn modelId="{F4C35EBA-608F-8543-9543-2508BB114F6B}" type="presOf" srcId="{9746E518-3EBC-4E4C-A8A8-E883D7AEF87B}" destId="{5323AC0D-B6A9-9042-90B8-03EB5BAACA76}" srcOrd="0" destOrd="0" presId="urn:microsoft.com/office/officeart/2005/8/layout/hierarchy5"/>
    <dgm:cxn modelId="{1B450DC9-CD28-9845-BB1A-BB1B7D09E485}" type="presOf" srcId="{B39F07CE-AAA7-8844-939A-E0A466A43D86}" destId="{D7D60CA5-A6B8-1D47-8E5C-EACDBEA2E824}" srcOrd="0" destOrd="0" presId="urn:microsoft.com/office/officeart/2005/8/layout/hierarchy5"/>
    <dgm:cxn modelId="{836AF0CD-9BEE-8A43-A841-6C4E7400ECF0}" srcId="{E6D0FB6C-1418-1F4B-AD9F-E7EB0BE108C5}" destId="{4498418C-A7F7-9B42-BBEF-1CB548BA69A4}" srcOrd="1" destOrd="0" parTransId="{32CE654E-EA43-A84F-96BA-BD4619A085BD}" sibTransId="{82AE1DD6-D6F1-DA4C-AFAB-844800A111F2}"/>
    <dgm:cxn modelId="{E92A50D0-BACD-6340-9B6A-FA0F75B250BB}" type="presOf" srcId="{32CE654E-EA43-A84F-96BA-BD4619A085BD}" destId="{50AB47E7-B005-5746-A7B3-6FE3BE79461A}" srcOrd="0" destOrd="0" presId="urn:microsoft.com/office/officeart/2005/8/layout/hierarchy5"/>
    <dgm:cxn modelId="{D2EFCFD6-B4CD-CC45-93E4-3D2FE9925008}" type="presOf" srcId="{B39F07CE-AAA7-8844-939A-E0A466A43D86}" destId="{1263949D-F50E-374B-B728-9AAAC75875C3}" srcOrd="1" destOrd="0" presId="urn:microsoft.com/office/officeart/2005/8/layout/hierarchy5"/>
    <dgm:cxn modelId="{79D7D3ED-FD35-204C-8536-6E66235AA2D1}" type="presOf" srcId="{32CE654E-EA43-A84F-96BA-BD4619A085BD}" destId="{B5392BC2-7A3B-5444-9172-50B94FAE66E0}" srcOrd="1" destOrd="0" presId="urn:microsoft.com/office/officeart/2005/8/layout/hierarchy5"/>
    <dgm:cxn modelId="{DA2A35F2-A03B-5646-AA79-D525CCC7FCFA}" srcId="{4498418C-A7F7-9B42-BBEF-1CB548BA69A4}" destId="{9746E518-3EBC-4E4C-A8A8-E883D7AEF87B}" srcOrd="0" destOrd="0" parTransId="{360466DD-7B22-7C4C-9CDD-08C77970A7E4}" sibTransId="{A55E7EE4-E679-4C47-A15F-028FED2A22BE}"/>
    <dgm:cxn modelId="{23A8DC6B-5F62-8D43-807B-D34BDD1821C1}" type="presParOf" srcId="{403DC18F-EFD6-5249-A90F-1F282DDB3021}" destId="{F8E21EF3-C9B8-CD42-8BC0-283E7D9961B8}" srcOrd="0" destOrd="0" presId="urn:microsoft.com/office/officeart/2005/8/layout/hierarchy5"/>
    <dgm:cxn modelId="{04875E59-2437-F141-8671-4D3CA1887108}" type="presParOf" srcId="{F8E21EF3-C9B8-CD42-8BC0-283E7D9961B8}" destId="{C19556E2-5593-5444-ACA0-0997381EA327}" srcOrd="0" destOrd="0" presId="urn:microsoft.com/office/officeart/2005/8/layout/hierarchy5"/>
    <dgm:cxn modelId="{DCB33401-7527-6B4C-8F85-96B2EDD0AA1B}" type="presParOf" srcId="{C19556E2-5593-5444-ACA0-0997381EA327}" destId="{D7F45DAF-04AC-E54B-96D6-A0D3DB7C84A7}" srcOrd="0" destOrd="0" presId="urn:microsoft.com/office/officeart/2005/8/layout/hierarchy5"/>
    <dgm:cxn modelId="{120CFC84-8486-E24A-A070-AD4B2DFC916E}" type="presParOf" srcId="{D7F45DAF-04AC-E54B-96D6-A0D3DB7C84A7}" destId="{7DFC5914-00D4-5E44-82E5-A772A4FF3000}" srcOrd="0" destOrd="0" presId="urn:microsoft.com/office/officeart/2005/8/layout/hierarchy5"/>
    <dgm:cxn modelId="{DD0612FD-F4D2-D348-A3F8-734C9938197A}" type="presParOf" srcId="{D7F45DAF-04AC-E54B-96D6-A0D3DB7C84A7}" destId="{DD7120C3-DEAB-5940-8775-4D47D513ABB0}" srcOrd="1" destOrd="0" presId="urn:microsoft.com/office/officeart/2005/8/layout/hierarchy5"/>
    <dgm:cxn modelId="{FC78BC74-9F11-514C-BBC0-CE353D4E7FA5}" type="presParOf" srcId="{DD7120C3-DEAB-5940-8775-4D47D513ABB0}" destId="{DED87EEA-C4A3-1946-B757-D40E76C0D92E}" srcOrd="0" destOrd="0" presId="urn:microsoft.com/office/officeart/2005/8/layout/hierarchy5"/>
    <dgm:cxn modelId="{5CABA24A-356A-7340-8D7B-492FA25DD2FE}" type="presParOf" srcId="{DED87EEA-C4A3-1946-B757-D40E76C0D92E}" destId="{35590961-7A86-8449-8813-300C4FFC02AF}" srcOrd="0" destOrd="0" presId="urn:microsoft.com/office/officeart/2005/8/layout/hierarchy5"/>
    <dgm:cxn modelId="{F080690E-F026-554E-BEA2-03594F8637CD}" type="presParOf" srcId="{DD7120C3-DEAB-5940-8775-4D47D513ABB0}" destId="{2A008CBC-0CA0-714E-8536-14AFBB0E9C7E}" srcOrd="1" destOrd="0" presId="urn:microsoft.com/office/officeart/2005/8/layout/hierarchy5"/>
    <dgm:cxn modelId="{4B3D092A-57AB-6542-A3F1-AA6F2F5B5E01}" type="presParOf" srcId="{2A008CBC-0CA0-714E-8536-14AFBB0E9C7E}" destId="{36F510B8-A041-5D46-8B1E-CBB7975002BA}" srcOrd="0" destOrd="0" presId="urn:microsoft.com/office/officeart/2005/8/layout/hierarchy5"/>
    <dgm:cxn modelId="{8889B87D-4848-424B-8A46-4A725ABDF053}" type="presParOf" srcId="{2A008CBC-0CA0-714E-8536-14AFBB0E9C7E}" destId="{2DCF6912-F652-A147-B05F-109FF642ED23}" srcOrd="1" destOrd="0" presId="urn:microsoft.com/office/officeart/2005/8/layout/hierarchy5"/>
    <dgm:cxn modelId="{5EF9656D-748B-8F4F-BC93-35E06C2855AE}" type="presParOf" srcId="{2DCF6912-F652-A147-B05F-109FF642ED23}" destId="{90D42751-34D2-1244-BB2C-52179C61F56E}" srcOrd="0" destOrd="0" presId="urn:microsoft.com/office/officeart/2005/8/layout/hierarchy5"/>
    <dgm:cxn modelId="{1D506D00-9304-C54A-88D2-C52CB44E4B0A}" type="presParOf" srcId="{90D42751-34D2-1244-BB2C-52179C61F56E}" destId="{1B6300E3-1204-924A-BF91-B724E041204D}" srcOrd="0" destOrd="0" presId="urn:microsoft.com/office/officeart/2005/8/layout/hierarchy5"/>
    <dgm:cxn modelId="{83B24498-5BA1-FB42-9587-79C835776F7F}" type="presParOf" srcId="{2DCF6912-F652-A147-B05F-109FF642ED23}" destId="{5D223DC0-3CB2-A14F-8410-E3A6D6C43991}" srcOrd="1" destOrd="0" presId="urn:microsoft.com/office/officeart/2005/8/layout/hierarchy5"/>
    <dgm:cxn modelId="{78E9A160-FC38-4A44-A467-878D747777A2}" type="presParOf" srcId="{5D223DC0-3CB2-A14F-8410-E3A6D6C43991}" destId="{7A1E4195-C245-484E-AC76-973CFAEAE3A8}" srcOrd="0" destOrd="0" presId="urn:microsoft.com/office/officeart/2005/8/layout/hierarchy5"/>
    <dgm:cxn modelId="{4016C928-6A69-FA44-A0B3-DA1C2BCB06A5}" type="presParOf" srcId="{5D223DC0-3CB2-A14F-8410-E3A6D6C43991}" destId="{1BF662DF-481E-9A40-8B22-47E5764F25BF}" srcOrd="1" destOrd="0" presId="urn:microsoft.com/office/officeart/2005/8/layout/hierarchy5"/>
    <dgm:cxn modelId="{3978AD88-085E-844C-A9EE-40237C36F33D}" type="presParOf" srcId="{2DCF6912-F652-A147-B05F-109FF642ED23}" destId="{86566A73-B09D-4941-BF19-CAEB6CE0834A}" srcOrd="2" destOrd="0" presId="urn:microsoft.com/office/officeart/2005/8/layout/hierarchy5"/>
    <dgm:cxn modelId="{406BB814-202E-CA42-A1FE-CC6CCD2E89E3}" type="presParOf" srcId="{86566A73-B09D-4941-BF19-CAEB6CE0834A}" destId="{C32728AF-1B17-F34A-BA0F-18C0C5F58235}" srcOrd="0" destOrd="0" presId="urn:microsoft.com/office/officeart/2005/8/layout/hierarchy5"/>
    <dgm:cxn modelId="{225789EA-0002-2E4E-9D57-134501BB6FBB}" type="presParOf" srcId="{2DCF6912-F652-A147-B05F-109FF642ED23}" destId="{16A3DF0E-D4C5-8B40-AB79-E1B2F7B1BD3E}" srcOrd="3" destOrd="0" presId="urn:microsoft.com/office/officeart/2005/8/layout/hierarchy5"/>
    <dgm:cxn modelId="{091D5685-1716-474F-ACF4-31B83DEAB084}" type="presParOf" srcId="{16A3DF0E-D4C5-8B40-AB79-E1B2F7B1BD3E}" destId="{5055A689-40DB-FE44-99E1-AADCA5A1A057}" srcOrd="0" destOrd="0" presId="urn:microsoft.com/office/officeart/2005/8/layout/hierarchy5"/>
    <dgm:cxn modelId="{CFE78B9A-A369-AA48-8597-1D4B9A37CE1A}" type="presParOf" srcId="{16A3DF0E-D4C5-8B40-AB79-E1B2F7B1BD3E}" destId="{F6FC5EB0-5F54-FD4E-A345-A178D729780D}" srcOrd="1" destOrd="0" presId="urn:microsoft.com/office/officeart/2005/8/layout/hierarchy5"/>
    <dgm:cxn modelId="{3794F823-4DD2-DC4D-8762-C2944AEEB3DD}" type="presParOf" srcId="{DD7120C3-DEAB-5940-8775-4D47D513ABB0}" destId="{50AB47E7-B005-5746-A7B3-6FE3BE79461A}" srcOrd="2" destOrd="0" presId="urn:microsoft.com/office/officeart/2005/8/layout/hierarchy5"/>
    <dgm:cxn modelId="{11CB064B-9D90-7C41-9DC0-0475C551DA34}" type="presParOf" srcId="{50AB47E7-B005-5746-A7B3-6FE3BE79461A}" destId="{B5392BC2-7A3B-5444-9172-50B94FAE66E0}" srcOrd="0" destOrd="0" presId="urn:microsoft.com/office/officeart/2005/8/layout/hierarchy5"/>
    <dgm:cxn modelId="{010525A7-A749-2F4A-A071-368DC2A6167C}" type="presParOf" srcId="{DD7120C3-DEAB-5940-8775-4D47D513ABB0}" destId="{7CE9D418-0696-4749-BA33-83DE1EF24C03}" srcOrd="3" destOrd="0" presId="urn:microsoft.com/office/officeart/2005/8/layout/hierarchy5"/>
    <dgm:cxn modelId="{1F87B75A-E6B9-2743-A77D-CFB931938924}" type="presParOf" srcId="{7CE9D418-0696-4749-BA33-83DE1EF24C03}" destId="{E6F98D37-E7E6-0147-97F1-0E6D5AE72490}" srcOrd="0" destOrd="0" presId="urn:microsoft.com/office/officeart/2005/8/layout/hierarchy5"/>
    <dgm:cxn modelId="{75CBF5E4-2B95-3F4F-ADCD-767E505A154C}" type="presParOf" srcId="{7CE9D418-0696-4749-BA33-83DE1EF24C03}" destId="{08C6B44F-111E-E046-AFC6-296F654033D5}" srcOrd="1" destOrd="0" presId="urn:microsoft.com/office/officeart/2005/8/layout/hierarchy5"/>
    <dgm:cxn modelId="{92266F6A-65A7-8D4B-866E-A342650F64EC}" type="presParOf" srcId="{08C6B44F-111E-E046-AFC6-296F654033D5}" destId="{0AEA679E-5994-FC4B-8EDB-F82EB0BC7AAB}" srcOrd="0" destOrd="0" presId="urn:microsoft.com/office/officeart/2005/8/layout/hierarchy5"/>
    <dgm:cxn modelId="{A2A6AB56-7F82-0746-B6B1-B113517A9330}" type="presParOf" srcId="{0AEA679E-5994-FC4B-8EDB-F82EB0BC7AAB}" destId="{489CD79C-EDE7-1E48-848F-B4768BEDB553}" srcOrd="0" destOrd="0" presId="urn:microsoft.com/office/officeart/2005/8/layout/hierarchy5"/>
    <dgm:cxn modelId="{531B398F-C32B-E443-88A2-74E903C551D7}" type="presParOf" srcId="{08C6B44F-111E-E046-AFC6-296F654033D5}" destId="{C5401FE3-880D-E54E-91AF-AB96713A2E68}" srcOrd="1" destOrd="0" presId="urn:microsoft.com/office/officeart/2005/8/layout/hierarchy5"/>
    <dgm:cxn modelId="{F118BB8F-9AB8-334C-9DCD-A7D6291B7385}" type="presParOf" srcId="{C5401FE3-880D-E54E-91AF-AB96713A2E68}" destId="{5323AC0D-B6A9-9042-90B8-03EB5BAACA76}" srcOrd="0" destOrd="0" presId="urn:microsoft.com/office/officeart/2005/8/layout/hierarchy5"/>
    <dgm:cxn modelId="{B7778A21-0DBE-4748-80A9-670E9B3E1026}" type="presParOf" srcId="{C5401FE3-880D-E54E-91AF-AB96713A2E68}" destId="{78216F2C-B4B0-074A-9ACF-4C663D280DF0}" srcOrd="1" destOrd="0" presId="urn:microsoft.com/office/officeart/2005/8/layout/hierarchy5"/>
    <dgm:cxn modelId="{426B5DB8-D51C-F444-B1DC-D85C4DA21C4E}" type="presParOf" srcId="{08C6B44F-111E-E046-AFC6-296F654033D5}" destId="{D7D60CA5-A6B8-1D47-8E5C-EACDBEA2E824}" srcOrd="2" destOrd="0" presId="urn:microsoft.com/office/officeart/2005/8/layout/hierarchy5"/>
    <dgm:cxn modelId="{6DF9A3FE-43C4-1646-B947-FD1CC8A0D9C9}" type="presParOf" srcId="{D7D60CA5-A6B8-1D47-8E5C-EACDBEA2E824}" destId="{1263949D-F50E-374B-B728-9AAAC75875C3}" srcOrd="0" destOrd="0" presId="urn:microsoft.com/office/officeart/2005/8/layout/hierarchy5"/>
    <dgm:cxn modelId="{69006A8C-435D-AC4E-ACDE-9B9DDCDBF0EF}" type="presParOf" srcId="{08C6B44F-111E-E046-AFC6-296F654033D5}" destId="{48666B45-DA7E-0B49-80B0-5A1EE6B8006F}" srcOrd="3" destOrd="0" presId="urn:microsoft.com/office/officeart/2005/8/layout/hierarchy5"/>
    <dgm:cxn modelId="{E5FAC13D-FA58-D240-9BD6-9C8AE68E8D95}" type="presParOf" srcId="{48666B45-DA7E-0B49-80B0-5A1EE6B8006F}" destId="{4F980B03-1192-B547-92C6-F97C0FB45D3D}" srcOrd="0" destOrd="0" presId="urn:microsoft.com/office/officeart/2005/8/layout/hierarchy5"/>
    <dgm:cxn modelId="{2217663C-69FE-4F40-9967-27A8A7B3B7D6}" type="presParOf" srcId="{48666B45-DA7E-0B49-80B0-5A1EE6B8006F}" destId="{FCF95569-C5FA-6144-BC0C-9451FF82B349}" srcOrd="1" destOrd="0" presId="urn:microsoft.com/office/officeart/2005/8/layout/hierarchy5"/>
    <dgm:cxn modelId="{D5FDA89B-E301-B14E-8785-240E3E328742}" type="presParOf" srcId="{403DC18F-EFD6-5249-A90F-1F282DDB3021}" destId="{2A1EBC13-8612-F249-91EA-FF5EC4FD6A0F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3D4A2D-2A71-9B4B-A496-7A05DAF0A1C0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6D0FB6C-1418-1F4B-AD9F-E7EB0BE108C5}">
      <dgm:prSet phldrT="[Text]" custT="1"/>
      <dgm:spPr/>
      <dgm:t>
        <a:bodyPr/>
        <a:lstStyle/>
        <a:p>
          <a:r>
            <a:rPr lang="en-GB" sz="2400" dirty="0"/>
            <a:t>2 veranderlijken  </a:t>
          </a:r>
        </a:p>
      </dgm:t>
    </dgm:pt>
    <dgm:pt modelId="{E98FA307-4A92-4E4F-BDE5-37F792DFB6D1}" type="parTrans" cxnId="{EFDBE942-6FD6-6242-ACA2-3CC0905CA8B8}">
      <dgm:prSet/>
      <dgm:spPr/>
      <dgm:t>
        <a:bodyPr/>
        <a:lstStyle/>
        <a:p>
          <a:endParaRPr lang="en-GB"/>
        </a:p>
      </dgm:t>
    </dgm:pt>
    <dgm:pt modelId="{FECBE682-183F-8541-978C-00D14E54F836}" type="sibTrans" cxnId="{EFDBE942-6FD6-6242-ACA2-3CC0905CA8B8}">
      <dgm:prSet/>
      <dgm:spPr/>
      <dgm:t>
        <a:bodyPr/>
        <a:lstStyle/>
        <a:p>
          <a:endParaRPr lang="en-GB"/>
        </a:p>
      </dgm:t>
    </dgm:pt>
    <dgm:pt modelId="{11CE9158-3B4B-324F-B014-4035A0BEF0F7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numeriek-numeriek</a:t>
          </a:r>
        </a:p>
      </dgm:t>
    </dgm:pt>
    <dgm:pt modelId="{EC922C26-BFB3-CC46-9247-41286103E1D1}" type="parTrans" cxnId="{5A912CA9-2C05-354C-8393-A948C44A4B0E}">
      <dgm:prSet/>
      <dgm:spPr/>
      <dgm:t>
        <a:bodyPr/>
        <a:lstStyle/>
        <a:p>
          <a:endParaRPr lang="en-GB"/>
        </a:p>
      </dgm:t>
    </dgm:pt>
    <dgm:pt modelId="{B5D9CAFA-8817-1348-9F03-07AFC3480E39}" type="sibTrans" cxnId="{5A912CA9-2C05-354C-8393-A948C44A4B0E}">
      <dgm:prSet/>
      <dgm:spPr/>
      <dgm:t>
        <a:bodyPr/>
        <a:lstStyle/>
        <a:p>
          <a:endParaRPr lang="en-GB"/>
        </a:p>
      </dgm:t>
    </dgm:pt>
    <dgm:pt modelId="{6C7948FB-0E8E-3F40-ACAB-2B69814AE112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puntenwolk</a:t>
          </a:r>
        </a:p>
      </dgm:t>
    </dgm:pt>
    <dgm:pt modelId="{73F23AB3-10A5-484D-89AD-E9B45F3A7796}" type="parTrans" cxnId="{85D61AB6-1F86-C54D-BD02-9527CB39BE12}">
      <dgm:prSet/>
      <dgm:spPr/>
      <dgm:t>
        <a:bodyPr/>
        <a:lstStyle/>
        <a:p>
          <a:endParaRPr lang="en-GB"/>
        </a:p>
      </dgm:t>
    </dgm:pt>
    <dgm:pt modelId="{CE0861D8-4B36-D64B-96ED-8473AC8D65D5}" type="sibTrans" cxnId="{85D61AB6-1F86-C54D-BD02-9527CB39BE12}">
      <dgm:prSet/>
      <dgm:spPr/>
      <dgm:t>
        <a:bodyPr/>
        <a:lstStyle/>
        <a:p>
          <a:endParaRPr lang="en-GB"/>
        </a:p>
      </dgm:t>
    </dgm:pt>
    <dgm:pt modelId="{0E15767B-4481-FB42-836A-00D947CFEAD6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lijndiagram</a:t>
          </a:r>
        </a:p>
      </dgm:t>
    </dgm:pt>
    <dgm:pt modelId="{A6666959-9631-BF47-A7E0-D00B715E00C8}" type="parTrans" cxnId="{50B7202E-42E4-BE45-B204-07C67BCC7726}">
      <dgm:prSet/>
      <dgm:spPr/>
      <dgm:t>
        <a:bodyPr/>
        <a:lstStyle/>
        <a:p>
          <a:endParaRPr lang="en-GB"/>
        </a:p>
      </dgm:t>
    </dgm:pt>
    <dgm:pt modelId="{552EA831-92D5-B143-B988-38E3D22E8B38}" type="sibTrans" cxnId="{50B7202E-42E4-BE45-B204-07C67BCC7726}">
      <dgm:prSet/>
      <dgm:spPr/>
      <dgm:t>
        <a:bodyPr/>
        <a:lstStyle/>
        <a:p>
          <a:endParaRPr lang="en-GB"/>
        </a:p>
      </dgm:t>
    </dgm:pt>
    <dgm:pt modelId="{4498418C-A7F7-9B42-BBEF-1CB548BA69A4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categorisch-numeriek</a:t>
          </a:r>
        </a:p>
      </dgm:t>
    </dgm:pt>
    <dgm:pt modelId="{32CE654E-EA43-A84F-96BA-BD4619A085BD}" type="parTrans" cxnId="{836AF0CD-9BEE-8A43-A841-6C4E7400ECF0}">
      <dgm:prSet/>
      <dgm:spPr/>
      <dgm:t>
        <a:bodyPr/>
        <a:lstStyle/>
        <a:p>
          <a:endParaRPr lang="en-GB"/>
        </a:p>
      </dgm:t>
    </dgm:pt>
    <dgm:pt modelId="{82AE1DD6-D6F1-DA4C-AFAB-844800A111F2}" type="sibTrans" cxnId="{836AF0CD-9BEE-8A43-A841-6C4E7400ECF0}">
      <dgm:prSet/>
      <dgm:spPr/>
      <dgm:t>
        <a:bodyPr/>
        <a:lstStyle/>
        <a:p>
          <a:endParaRPr lang="en-GB"/>
        </a:p>
      </dgm:t>
    </dgm:pt>
    <dgm:pt modelId="{9746E518-3EBC-4E4C-A8A8-E883D7AEF87B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 op dichtheidsschaal</a:t>
          </a:r>
        </a:p>
      </dgm:t>
    </dgm:pt>
    <dgm:pt modelId="{360466DD-7B22-7C4C-9CDD-08C77970A7E4}" type="parTrans" cxnId="{DA2A35F2-A03B-5646-AA79-D525CCC7FCFA}">
      <dgm:prSet/>
      <dgm:spPr/>
      <dgm:t>
        <a:bodyPr/>
        <a:lstStyle/>
        <a:p>
          <a:endParaRPr lang="en-GB"/>
        </a:p>
      </dgm:t>
    </dgm:pt>
    <dgm:pt modelId="{A55E7EE4-E679-4C47-A15F-028FED2A22BE}" type="sibTrans" cxnId="{DA2A35F2-A03B-5646-AA79-D525CCC7FCFA}">
      <dgm:prSet/>
      <dgm:spPr/>
      <dgm:t>
        <a:bodyPr/>
        <a:lstStyle/>
        <a:p>
          <a:endParaRPr lang="en-GB"/>
        </a:p>
      </dgm:t>
    </dgm:pt>
    <dgm:pt modelId="{7A834606-92E8-9E44-9E06-97756F9AC537}">
      <dgm:prSet phldrT="[Text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 per categorie</a:t>
          </a:r>
        </a:p>
      </dgm:t>
    </dgm:pt>
    <dgm:pt modelId="{B39F07CE-AAA7-8844-939A-E0A466A43D86}" type="parTrans" cxnId="{198BDEAC-D1B0-D042-A60A-61E0F56838CD}">
      <dgm:prSet/>
      <dgm:spPr/>
      <dgm:t>
        <a:bodyPr/>
        <a:lstStyle/>
        <a:p>
          <a:endParaRPr lang="en-GB"/>
        </a:p>
      </dgm:t>
    </dgm:pt>
    <dgm:pt modelId="{E89780DE-E5D5-484A-828E-B3BAA9FF79F9}" type="sibTrans" cxnId="{198BDEAC-D1B0-D042-A60A-61E0F56838CD}">
      <dgm:prSet/>
      <dgm:spPr/>
      <dgm:t>
        <a:bodyPr/>
        <a:lstStyle/>
        <a:p>
          <a:endParaRPr lang="en-GB"/>
        </a:p>
      </dgm:t>
    </dgm:pt>
    <dgm:pt modelId="{F597EC6D-42F8-B645-8DB2-FAE7130E53E0}">
      <dgm:prSet custT="1"/>
      <dgm:spPr/>
      <dgm:t>
        <a:bodyPr/>
        <a:lstStyle/>
        <a:p>
          <a:r>
            <a:rPr lang="en-GB" sz="2400" dirty="0"/>
            <a:t>categorisch-categorisch</a:t>
          </a:r>
        </a:p>
      </dgm:t>
    </dgm:pt>
    <dgm:pt modelId="{526084D5-0254-6F4C-859E-49D9E08E9C07}" type="parTrans" cxnId="{87B81EDF-D19D-634C-A112-936B358E3D6F}">
      <dgm:prSet/>
      <dgm:spPr/>
      <dgm:t>
        <a:bodyPr/>
        <a:lstStyle/>
        <a:p>
          <a:endParaRPr lang="en-GB"/>
        </a:p>
      </dgm:t>
    </dgm:pt>
    <dgm:pt modelId="{FF874DA0-91FD-FC4E-9926-11BA912C2EE4}" type="sibTrans" cxnId="{87B81EDF-D19D-634C-A112-936B358E3D6F}">
      <dgm:prSet/>
      <dgm:spPr/>
      <dgm:t>
        <a:bodyPr/>
        <a:lstStyle/>
        <a:p>
          <a:endParaRPr lang="en-GB"/>
        </a:p>
      </dgm:t>
    </dgm:pt>
    <dgm:pt modelId="{51CF45BA-9BE6-E146-B730-9C5CC5E198EB}">
      <dgm:prSet custT="1"/>
      <dgm:spPr/>
      <dgm:t>
        <a:bodyPr/>
        <a:lstStyle/>
        <a:p>
          <a:r>
            <a:rPr lang="en-GB" sz="2400" dirty="0"/>
            <a:t>staafdiagram met subtypes</a:t>
          </a:r>
        </a:p>
      </dgm:t>
    </dgm:pt>
    <dgm:pt modelId="{52293A27-2C1E-5B4A-9385-AFF9ED054005}" type="parTrans" cxnId="{118A50FF-FDDD-3640-A226-C9EF5CD7C02A}">
      <dgm:prSet/>
      <dgm:spPr/>
      <dgm:t>
        <a:bodyPr/>
        <a:lstStyle/>
        <a:p>
          <a:endParaRPr lang="en-GB"/>
        </a:p>
      </dgm:t>
    </dgm:pt>
    <dgm:pt modelId="{1AA9CCD7-44DB-974E-93EB-A9BCFED2D839}" type="sibTrans" cxnId="{118A50FF-FDDD-3640-A226-C9EF5CD7C02A}">
      <dgm:prSet/>
      <dgm:spPr/>
      <dgm:t>
        <a:bodyPr/>
        <a:lstStyle/>
        <a:p>
          <a:endParaRPr lang="en-GB"/>
        </a:p>
      </dgm:t>
    </dgm:pt>
    <dgm:pt modelId="{AD7ED886-A9E6-524C-BE00-A23EC1E62CB2}">
      <dgm:prSet custT="1"/>
      <dgm:spPr/>
      <dgm:t>
        <a:bodyPr/>
        <a:lstStyle/>
        <a:p>
          <a:r>
            <a:rPr lang="en-GB" sz="2400" dirty="0"/>
            <a:t>Gestapeld staafdiagram</a:t>
          </a:r>
        </a:p>
      </dgm:t>
    </dgm:pt>
    <dgm:pt modelId="{B9A47E05-A5AB-4E47-A8BC-9E89D5E9D8A4}" type="parTrans" cxnId="{56548D8B-6DB1-F74B-A7FF-0188ED4B57E4}">
      <dgm:prSet/>
      <dgm:spPr/>
      <dgm:t>
        <a:bodyPr/>
        <a:lstStyle/>
        <a:p>
          <a:endParaRPr lang="en-GB"/>
        </a:p>
      </dgm:t>
    </dgm:pt>
    <dgm:pt modelId="{4F886752-4164-B446-AA9E-E65951AC53DF}" type="sibTrans" cxnId="{56548D8B-6DB1-F74B-A7FF-0188ED4B57E4}">
      <dgm:prSet/>
      <dgm:spPr/>
      <dgm:t>
        <a:bodyPr/>
        <a:lstStyle/>
        <a:p>
          <a:endParaRPr lang="en-GB"/>
        </a:p>
      </dgm:t>
    </dgm:pt>
    <dgm:pt modelId="{403DC18F-EFD6-5249-A90F-1F282DDB3021}" type="pres">
      <dgm:prSet presAssocID="{9E3D4A2D-2A71-9B4B-A496-7A05DAF0A1C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E21EF3-C9B8-CD42-8BC0-283E7D9961B8}" type="pres">
      <dgm:prSet presAssocID="{9E3D4A2D-2A71-9B4B-A496-7A05DAF0A1C0}" presName="hierFlow" presStyleCnt="0"/>
      <dgm:spPr/>
    </dgm:pt>
    <dgm:pt modelId="{C19556E2-5593-5444-ACA0-0997381EA327}" type="pres">
      <dgm:prSet presAssocID="{9E3D4A2D-2A71-9B4B-A496-7A05DAF0A1C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7F45DAF-04AC-E54B-96D6-A0D3DB7C84A7}" type="pres">
      <dgm:prSet presAssocID="{E6D0FB6C-1418-1F4B-AD9F-E7EB0BE108C5}" presName="Name17" presStyleCnt="0"/>
      <dgm:spPr/>
    </dgm:pt>
    <dgm:pt modelId="{7DFC5914-00D4-5E44-82E5-A772A4FF3000}" type="pres">
      <dgm:prSet presAssocID="{E6D0FB6C-1418-1F4B-AD9F-E7EB0BE108C5}" presName="level1Shape" presStyleLbl="node0" presStyleIdx="0" presStyleCnt="1" custScaleX="171339" custScaleY="147657">
        <dgm:presLayoutVars>
          <dgm:chPref val="3"/>
        </dgm:presLayoutVars>
      </dgm:prSet>
      <dgm:spPr/>
    </dgm:pt>
    <dgm:pt modelId="{DD7120C3-DEAB-5940-8775-4D47D513ABB0}" type="pres">
      <dgm:prSet presAssocID="{E6D0FB6C-1418-1F4B-AD9F-E7EB0BE108C5}" presName="hierChild2" presStyleCnt="0"/>
      <dgm:spPr/>
    </dgm:pt>
    <dgm:pt modelId="{DED87EEA-C4A3-1946-B757-D40E76C0D92E}" type="pres">
      <dgm:prSet presAssocID="{EC922C26-BFB3-CC46-9247-41286103E1D1}" presName="Name25" presStyleLbl="parChTrans1D2" presStyleIdx="0" presStyleCnt="3"/>
      <dgm:spPr/>
    </dgm:pt>
    <dgm:pt modelId="{35590961-7A86-8449-8813-300C4FFC02AF}" type="pres">
      <dgm:prSet presAssocID="{EC922C26-BFB3-CC46-9247-41286103E1D1}" presName="connTx" presStyleLbl="parChTrans1D2" presStyleIdx="0" presStyleCnt="3"/>
      <dgm:spPr/>
    </dgm:pt>
    <dgm:pt modelId="{2A008CBC-0CA0-714E-8536-14AFBB0E9C7E}" type="pres">
      <dgm:prSet presAssocID="{11CE9158-3B4B-324F-B014-4035A0BEF0F7}" presName="Name30" presStyleCnt="0"/>
      <dgm:spPr/>
    </dgm:pt>
    <dgm:pt modelId="{36F510B8-A041-5D46-8B1E-CBB7975002BA}" type="pres">
      <dgm:prSet presAssocID="{11CE9158-3B4B-324F-B014-4035A0BEF0F7}" presName="level2Shape" presStyleLbl="node2" presStyleIdx="0" presStyleCnt="3" custScaleX="162117" custScaleY="129142"/>
      <dgm:spPr/>
    </dgm:pt>
    <dgm:pt modelId="{2DCF6912-F652-A147-B05F-109FF642ED23}" type="pres">
      <dgm:prSet presAssocID="{11CE9158-3B4B-324F-B014-4035A0BEF0F7}" presName="hierChild3" presStyleCnt="0"/>
      <dgm:spPr/>
    </dgm:pt>
    <dgm:pt modelId="{90D42751-34D2-1244-BB2C-52179C61F56E}" type="pres">
      <dgm:prSet presAssocID="{73F23AB3-10A5-484D-89AD-E9B45F3A7796}" presName="Name25" presStyleLbl="parChTrans1D3" presStyleIdx="0" presStyleCnt="6"/>
      <dgm:spPr/>
    </dgm:pt>
    <dgm:pt modelId="{1B6300E3-1204-924A-BF91-B724E041204D}" type="pres">
      <dgm:prSet presAssocID="{73F23AB3-10A5-484D-89AD-E9B45F3A7796}" presName="connTx" presStyleLbl="parChTrans1D3" presStyleIdx="0" presStyleCnt="6"/>
      <dgm:spPr/>
    </dgm:pt>
    <dgm:pt modelId="{5D223DC0-3CB2-A14F-8410-E3A6D6C43991}" type="pres">
      <dgm:prSet presAssocID="{6C7948FB-0E8E-3F40-ACAB-2B69814AE112}" presName="Name30" presStyleCnt="0"/>
      <dgm:spPr/>
    </dgm:pt>
    <dgm:pt modelId="{7A1E4195-C245-484E-AC76-973CFAEAE3A8}" type="pres">
      <dgm:prSet presAssocID="{6C7948FB-0E8E-3F40-ACAB-2B69814AE112}" presName="level2Shape" presStyleLbl="node3" presStyleIdx="0" presStyleCnt="6" custScaleX="266368" custScaleY="95935"/>
      <dgm:spPr/>
    </dgm:pt>
    <dgm:pt modelId="{1BF662DF-481E-9A40-8B22-47E5764F25BF}" type="pres">
      <dgm:prSet presAssocID="{6C7948FB-0E8E-3F40-ACAB-2B69814AE112}" presName="hierChild3" presStyleCnt="0"/>
      <dgm:spPr/>
    </dgm:pt>
    <dgm:pt modelId="{86566A73-B09D-4941-BF19-CAEB6CE0834A}" type="pres">
      <dgm:prSet presAssocID="{A6666959-9631-BF47-A7E0-D00B715E00C8}" presName="Name25" presStyleLbl="parChTrans1D3" presStyleIdx="1" presStyleCnt="6"/>
      <dgm:spPr/>
    </dgm:pt>
    <dgm:pt modelId="{C32728AF-1B17-F34A-BA0F-18C0C5F58235}" type="pres">
      <dgm:prSet presAssocID="{A6666959-9631-BF47-A7E0-D00B715E00C8}" presName="connTx" presStyleLbl="parChTrans1D3" presStyleIdx="1" presStyleCnt="6"/>
      <dgm:spPr/>
    </dgm:pt>
    <dgm:pt modelId="{16A3DF0E-D4C5-8B40-AB79-E1B2F7B1BD3E}" type="pres">
      <dgm:prSet presAssocID="{0E15767B-4481-FB42-836A-00D947CFEAD6}" presName="Name30" presStyleCnt="0"/>
      <dgm:spPr/>
    </dgm:pt>
    <dgm:pt modelId="{5055A689-40DB-FE44-99E1-AADCA5A1A057}" type="pres">
      <dgm:prSet presAssocID="{0E15767B-4481-FB42-836A-00D947CFEAD6}" presName="level2Shape" presStyleLbl="node3" presStyleIdx="1" presStyleCnt="6" custScaleX="264552" custScaleY="80509"/>
      <dgm:spPr/>
    </dgm:pt>
    <dgm:pt modelId="{F6FC5EB0-5F54-FD4E-A345-A178D729780D}" type="pres">
      <dgm:prSet presAssocID="{0E15767B-4481-FB42-836A-00D947CFEAD6}" presName="hierChild3" presStyleCnt="0"/>
      <dgm:spPr/>
    </dgm:pt>
    <dgm:pt modelId="{50AB47E7-B005-5746-A7B3-6FE3BE79461A}" type="pres">
      <dgm:prSet presAssocID="{32CE654E-EA43-A84F-96BA-BD4619A085BD}" presName="Name25" presStyleLbl="parChTrans1D2" presStyleIdx="1" presStyleCnt="3"/>
      <dgm:spPr/>
    </dgm:pt>
    <dgm:pt modelId="{B5392BC2-7A3B-5444-9172-50B94FAE66E0}" type="pres">
      <dgm:prSet presAssocID="{32CE654E-EA43-A84F-96BA-BD4619A085BD}" presName="connTx" presStyleLbl="parChTrans1D2" presStyleIdx="1" presStyleCnt="3"/>
      <dgm:spPr/>
    </dgm:pt>
    <dgm:pt modelId="{7CE9D418-0696-4749-BA33-83DE1EF24C03}" type="pres">
      <dgm:prSet presAssocID="{4498418C-A7F7-9B42-BBEF-1CB548BA69A4}" presName="Name30" presStyleCnt="0"/>
      <dgm:spPr/>
    </dgm:pt>
    <dgm:pt modelId="{E6F98D37-E7E6-0147-97F1-0E6D5AE72490}" type="pres">
      <dgm:prSet presAssocID="{4498418C-A7F7-9B42-BBEF-1CB548BA69A4}" presName="level2Shape" presStyleLbl="node2" presStyleIdx="1" presStyleCnt="3" custScaleX="162270" custScaleY="147650"/>
      <dgm:spPr/>
    </dgm:pt>
    <dgm:pt modelId="{08C6B44F-111E-E046-AFC6-296F654033D5}" type="pres">
      <dgm:prSet presAssocID="{4498418C-A7F7-9B42-BBEF-1CB548BA69A4}" presName="hierChild3" presStyleCnt="0"/>
      <dgm:spPr/>
    </dgm:pt>
    <dgm:pt modelId="{0AEA679E-5994-FC4B-8EDB-F82EB0BC7AAB}" type="pres">
      <dgm:prSet presAssocID="{360466DD-7B22-7C4C-9CDD-08C77970A7E4}" presName="Name25" presStyleLbl="parChTrans1D3" presStyleIdx="2" presStyleCnt="6"/>
      <dgm:spPr/>
    </dgm:pt>
    <dgm:pt modelId="{489CD79C-EDE7-1E48-848F-B4768BEDB553}" type="pres">
      <dgm:prSet presAssocID="{360466DD-7B22-7C4C-9CDD-08C77970A7E4}" presName="connTx" presStyleLbl="parChTrans1D3" presStyleIdx="2" presStyleCnt="6"/>
      <dgm:spPr/>
    </dgm:pt>
    <dgm:pt modelId="{C5401FE3-880D-E54E-91AF-AB96713A2E68}" type="pres">
      <dgm:prSet presAssocID="{9746E518-3EBC-4E4C-A8A8-E883D7AEF87B}" presName="Name30" presStyleCnt="0"/>
      <dgm:spPr/>
    </dgm:pt>
    <dgm:pt modelId="{5323AC0D-B6A9-9042-90B8-03EB5BAACA76}" type="pres">
      <dgm:prSet presAssocID="{9746E518-3EBC-4E4C-A8A8-E883D7AEF87B}" presName="level2Shape" presStyleLbl="node3" presStyleIdx="2" presStyleCnt="6" custScaleX="303812" custScaleY="144926"/>
      <dgm:spPr/>
    </dgm:pt>
    <dgm:pt modelId="{78216F2C-B4B0-074A-9ACF-4C663D280DF0}" type="pres">
      <dgm:prSet presAssocID="{9746E518-3EBC-4E4C-A8A8-E883D7AEF87B}" presName="hierChild3" presStyleCnt="0"/>
      <dgm:spPr/>
    </dgm:pt>
    <dgm:pt modelId="{D7D60CA5-A6B8-1D47-8E5C-EACDBEA2E824}" type="pres">
      <dgm:prSet presAssocID="{B39F07CE-AAA7-8844-939A-E0A466A43D86}" presName="Name25" presStyleLbl="parChTrans1D3" presStyleIdx="3" presStyleCnt="6"/>
      <dgm:spPr/>
    </dgm:pt>
    <dgm:pt modelId="{1263949D-F50E-374B-B728-9AAAC75875C3}" type="pres">
      <dgm:prSet presAssocID="{B39F07CE-AAA7-8844-939A-E0A466A43D86}" presName="connTx" presStyleLbl="parChTrans1D3" presStyleIdx="3" presStyleCnt="6"/>
      <dgm:spPr/>
    </dgm:pt>
    <dgm:pt modelId="{48666B45-DA7E-0B49-80B0-5A1EE6B8006F}" type="pres">
      <dgm:prSet presAssocID="{7A834606-92E8-9E44-9E06-97756F9AC537}" presName="Name30" presStyleCnt="0"/>
      <dgm:spPr/>
    </dgm:pt>
    <dgm:pt modelId="{4F980B03-1192-B547-92C6-F97C0FB45D3D}" type="pres">
      <dgm:prSet presAssocID="{7A834606-92E8-9E44-9E06-97756F9AC537}" presName="level2Shape" presStyleLbl="node3" presStyleIdx="3" presStyleCnt="6" custScaleX="251267"/>
      <dgm:spPr/>
    </dgm:pt>
    <dgm:pt modelId="{FCF95569-C5FA-6144-BC0C-9451FF82B349}" type="pres">
      <dgm:prSet presAssocID="{7A834606-92E8-9E44-9E06-97756F9AC537}" presName="hierChild3" presStyleCnt="0"/>
      <dgm:spPr/>
    </dgm:pt>
    <dgm:pt modelId="{15B36F60-C95B-0149-879D-B91A7BD5E1F6}" type="pres">
      <dgm:prSet presAssocID="{526084D5-0254-6F4C-859E-49D9E08E9C07}" presName="Name25" presStyleLbl="parChTrans1D2" presStyleIdx="2" presStyleCnt="3"/>
      <dgm:spPr/>
    </dgm:pt>
    <dgm:pt modelId="{7470ADF4-8C9C-AF44-8056-E621819738A7}" type="pres">
      <dgm:prSet presAssocID="{526084D5-0254-6F4C-859E-49D9E08E9C07}" presName="connTx" presStyleLbl="parChTrans1D2" presStyleIdx="2" presStyleCnt="3"/>
      <dgm:spPr/>
    </dgm:pt>
    <dgm:pt modelId="{9A5068FD-2049-F84D-A459-121EFC34C82F}" type="pres">
      <dgm:prSet presAssocID="{F597EC6D-42F8-B645-8DB2-FAE7130E53E0}" presName="Name30" presStyleCnt="0"/>
      <dgm:spPr/>
    </dgm:pt>
    <dgm:pt modelId="{78E39EF2-0DB4-6543-9B8B-532633AC15FD}" type="pres">
      <dgm:prSet presAssocID="{F597EC6D-42F8-B645-8DB2-FAE7130E53E0}" presName="level2Shape" presStyleLbl="node2" presStyleIdx="2" presStyleCnt="3" custScaleX="162423" custScaleY="145612"/>
      <dgm:spPr/>
    </dgm:pt>
    <dgm:pt modelId="{31971096-DBEF-0D4E-ADF4-A29A8FF45582}" type="pres">
      <dgm:prSet presAssocID="{F597EC6D-42F8-B645-8DB2-FAE7130E53E0}" presName="hierChild3" presStyleCnt="0"/>
      <dgm:spPr/>
    </dgm:pt>
    <dgm:pt modelId="{C7D2A3A4-1762-BD4E-8083-EF21D9C37625}" type="pres">
      <dgm:prSet presAssocID="{52293A27-2C1E-5B4A-9385-AFF9ED054005}" presName="Name25" presStyleLbl="parChTrans1D3" presStyleIdx="4" presStyleCnt="6"/>
      <dgm:spPr/>
    </dgm:pt>
    <dgm:pt modelId="{B9BE391A-7F85-B844-B0B3-0A41A804B53F}" type="pres">
      <dgm:prSet presAssocID="{52293A27-2C1E-5B4A-9385-AFF9ED054005}" presName="connTx" presStyleLbl="parChTrans1D3" presStyleIdx="4" presStyleCnt="6"/>
      <dgm:spPr/>
    </dgm:pt>
    <dgm:pt modelId="{37796430-4AF1-B041-8077-2FD28180453E}" type="pres">
      <dgm:prSet presAssocID="{51CF45BA-9BE6-E146-B730-9C5CC5E198EB}" presName="Name30" presStyleCnt="0"/>
      <dgm:spPr/>
    </dgm:pt>
    <dgm:pt modelId="{2A99F375-85CF-D84C-969E-2B1DF5788B10}" type="pres">
      <dgm:prSet presAssocID="{51CF45BA-9BE6-E146-B730-9C5CC5E198EB}" presName="level2Shape" presStyleLbl="node3" presStyleIdx="4" presStyleCnt="6" custScaleX="451562"/>
      <dgm:spPr/>
    </dgm:pt>
    <dgm:pt modelId="{9EE3975E-CD96-3944-BCCF-AFA49EC02203}" type="pres">
      <dgm:prSet presAssocID="{51CF45BA-9BE6-E146-B730-9C5CC5E198EB}" presName="hierChild3" presStyleCnt="0"/>
      <dgm:spPr/>
    </dgm:pt>
    <dgm:pt modelId="{F82D8B69-C20B-7444-B080-ED36EC0A9098}" type="pres">
      <dgm:prSet presAssocID="{B9A47E05-A5AB-4E47-A8BC-9E89D5E9D8A4}" presName="Name25" presStyleLbl="parChTrans1D3" presStyleIdx="5" presStyleCnt="6"/>
      <dgm:spPr/>
    </dgm:pt>
    <dgm:pt modelId="{CA255766-A726-6140-947F-F88BAB3738FD}" type="pres">
      <dgm:prSet presAssocID="{B9A47E05-A5AB-4E47-A8BC-9E89D5E9D8A4}" presName="connTx" presStyleLbl="parChTrans1D3" presStyleIdx="5" presStyleCnt="6"/>
      <dgm:spPr/>
    </dgm:pt>
    <dgm:pt modelId="{4385810A-A8AD-2D48-A24A-F404211F9159}" type="pres">
      <dgm:prSet presAssocID="{AD7ED886-A9E6-524C-BE00-A23EC1E62CB2}" presName="Name30" presStyleCnt="0"/>
      <dgm:spPr/>
    </dgm:pt>
    <dgm:pt modelId="{7A6CD7B8-F067-6A4A-914C-31C5BB315342}" type="pres">
      <dgm:prSet presAssocID="{AD7ED886-A9E6-524C-BE00-A23EC1E62CB2}" presName="level2Shape" presStyleLbl="node3" presStyleIdx="5" presStyleCnt="6" custScaleX="394203"/>
      <dgm:spPr/>
    </dgm:pt>
    <dgm:pt modelId="{2E687B93-BD03-1342-B075-D84337871445}" type="pres">
      <dgm:prSet presAssocID="{AD7ED886-A9E6-524C-BE00-A23EC1E62CB2}" presName="hierChild3" presStyleCnt="0"/>
      <dgm:spPr/>
    </dgm:pt>
    <dgm:pt modelId="{2A1EBC13-8612-F249-91EA-FF5EC4FD6A0F}" type="pres">
      <dgm:prSet presAssocID="{9E3D4A2D-2A71-9B4B-A496-7A05DAF0A1C0}" presName="bgShapesFlow" presStyleCnt="0"/>
      <dgm:spPr/>
    </dgm:pt>
  </dgm:ptLst>
  <dgm:cxnLst>
    <dgm:cxn modelId="{D2F45909-D1DD-F943-9D5E-03F050887E60}" type="presOf" srcId="{4498418C-A7F7-9B42-BBEF-1CB548BA69A4}" destId="{E6F98D37-E7E6-0147-97F1-0E6D5AE72490}" srcOrd="0" destOrd="0" presId="urn:microsoft.com/office/officeart/2005/8/layout/hierarchy5"/>
    <dgm:cxn modelId="{E599AD0A-7717-154D-91BF-CFDB4A5564CE}" type="presOf" srcId="{360466DD-7B22-7C4C-9CDD-08C77970A7E4}" destId="{489CD79C-EDE7-1E48-848F-B4768BEDB553}" srcOrd="1" destOrd="0" presId="urn:microsoft.com/office/officeart/2005/8/layout/hierarchy5"/>
    <dgm:cxn modelId="{F669490B-B0FB-044F-95A3-10225145C805}" type="presOf" srcId="{7A834606-92E8-9E44-9E06-97756F9AC537}" destId="{4F980B03-1192-B547-92C6-F97C0FB45D3D}" srcOrd="0" destOrd="0" presId="urn:microsoft.com/office/officeart/2005/8/layout/hierarchy5"/>
    <dgm:cxn modelId="{B7510611-8D02-B34B-A510-BC8C9A8483B9}" type="presOf" srcId="{B9A47E05-A5AB-4E47-A8BC-9E89D5E9D8A4}" destId="{F82D8B69-C20B-7444-B080-ED36EC0A9098}" srcOrd="0" destOrd="0" presId="urn:microsoft.com/office/officeart/2005/8/layout/hierarchy5"/>
    <dgm:cxn modelId="{6FA84B13-39CD-764D-B5B8-B4CED11D1A39}" type="presOf" srcId="{11CE9158-3B4B-324F-B014-4035A0BEF0F7}" destId="{36F510B8-A041-5D46-8B1E-CBB7975002BA}" srcOrd="0" destOrd="0" presId="urn:microsoft.com/office/officeart/2005/8/layout/hierarchy5"/>
    <dgm:cxn modelId="{A3032F20-7CB6-FA4E-9431-F6D538A4EAEB}" type="presOf" srcId="{73F23AB3-10A5-484D-89AD-E9B45F3A7796}" destId="{1B6300E3-1204-924A-BF91-B724E041204D}" srcOrd="1" destOrd="0" presId="urn:microsoft.com/office/officeart/2005/8/layout/hierarchy5"/>
    <dgm:cxn modelId="{50B7202E-42E4-BE45-B204-07C67BCC7726}" srcId="{11CE9158-3B4B-324F-B014-4035A0BEF0F7}" destId="{0E15767B-4481-FB42-836A-00D947CFEAD6}" srcOrd="1" destOrd="0" parTransId="{A6666959-9631-BF47-A7E0-D00B715E00C8}" sibTransId="{552EA831-92D5-B143-B988-38E3D22E8B38}"/>
    <dgm:cxn modelId="{EFDBE942-6FD6-6242-ACA2-3CC0905CA8B8}" srcId="{9E3D4A2D-2A71-9B4B-A496-7A05DAF0A1C0}" destId="{E6D0FB6C-1418-1F4B-AD9F-E7EB0BE108C5}" srcOrd="0" destOrd="0" parTransId="{E98FA307-4A92-4E4F-BDE5-37F792DFB6D1}" sibTransId="{FECBE682-183F-8541-978C-00D14E54F836}"/>
    <dgm:cxn modelId="{75CF2547-A480-454B-84F0-657F48340209}" type="presOf" srcId="{A6666959-9631-BF47-A7E0-D00B715E00C8}" destId="{86566A73-B09D-4941-BF19-CAEB6CE0834A}" srcOrd="0" destOrd="0" presId="urn:microsoft.com/office/officeart/2005/8/layout/hierarchy5"/>
    <dgm:cxn modelId="{9F5FE249-464C-734E-9CF6-AA06743EA006}" type="presOf" srcId="{A6666959-9631-BF47-A7E0-D00B715E00C8}" destId="{C32728AF-1B17-F34A-BA0F-18C0C5F58235}" srcOrd="1" destOrd="0" presId="urn:microsoft.com/office/officeart/2005/8/layout/hierarchy5"/>
    <dgm:cxn modelId="{0801484D-F792-664B-B27A-E3B2BB6CF904}" type="presOf" srcId="{360466DD-7B22-7C4C-9CDD-08C77970A7E4}" destId="{0AEA679E-5994-FC4B-8EDB-F82EB0BC7AAB}" srcOrd="0" destOrd="0" presId="urn:microsoft.com/office/officeart/2005/8/layout/hierarchy5"/>
    <dgm:cxn modelId="{C473FE4E-09B4-6A43-B1B5-2D517194AB9C}" type="presOf" srcId="{EC922C26-BFB3-CC46-9247-41286103E1D1}" destId="{DED87EEA-C4A3-1946-B757-D40E76C0D92E}" srcOrd="0" destOrd="0" presId="urn:microsoft.com/office/officeart/2005/8/layout/hierarchy5"/>
    <dgm:cxn modelId="{AD47DC53-3E4A-034A-9981-FE6292EB6AE1}" type="presOf" srcId="{52293A27-2C1E-5B4A-9385-AFF9ED054005}" destId="{C7D2A3A4-1762-BD4E-8083-EF21D9C37625}" srcOrd="0" destOrd="0" presId="urn:microsoft.com/office/officeart/2005/8/layout/hierarchy5"/>
    <dgm:cxn modelId="{3B4DA754-9503-3243-B3D4-5D2D72D006B6}" type="presOf" srcId="{B9A47E05-A5AB-4E47-A8BC-9E89D5E9D8A4}" destId="{CA255766-A726-6140-947F-F88BAB3738FD}" srcOrd="1" destOrd="0" presId="urn:microsoft.com/office/officeart/2005/8/layout/hierarchy5"/>
    <dgm:cxn modelId="{02B4E576-DA6D-B14B-8237-362F42A0ADA9}" type="presOf" srcId="{0E15767B-4481-FB42-836A-00D947CFEAD6}" destId="{5055A689-40DB-FE44-99E1-AADCA5A1A057}" srcOrd="0" destOrd="0" presId="urn:microsoft.com/office/officeart/2005/8/layout/hierarchy5"/>
    <dgm:cxn modelId="{396A967F-A28A-7744-A853-D0950D6E209B}" type="presOf" srcId="{73F23AB3-10A5-484D-89AD-E9B45F3A7796}" destId="{90D42751-34D2-1244-BB2C-52179C61F56E}" srcOrd="0" destOrd="0" presId="urn:microsoft.com/office/officeart/2005/8/layout/hierarchy5"/>
    <dgm:cxn modelId="{F1123484-6071-EA42-83F4-39069049ABDE}" type="presOf" srcId="{E6D0FB6C-1418-1F4B-AD9F-E7EB0BE108C5}" destId="{7DFC5914-00D4-5E44-82E5-A772A4FF3000}" srcOrd="0" destOrd="0" presId="urn:microsoft.com/office/officeart/2005/8/layout/hierarchy5"/>
    <dgm:cxn modelId="{56548D8B-6DB1-F74B-A7FF-0188ED4B57E4}" srcId="{F597EC6D-42F8-B645-8DB2-FAE7130E53E0}" destId="{AD7ED886-A9E6-524C-BE00-A23EC1E62CB2}" srcOrd="1" destOrd="0" parTransId="{B9A47E05-A5AB-4E47-A8BC-9E89D5E9D8A4}" sibTransId="{4F886752-4164-B446-AA9E-E65951AC53DF}"/>
    <dgm:cxn modelId="{0F75D790-ED32-4444-8D05-3AF7BF244DEF}" type="presOf" srcId="{526084D5-0254-6F4C-859E-49D9E08E9C07}" destId="{7470ADF4-8C9C-AF44-8056-E621819738A7}" srcOrd="1" destOrd="0" presId="urn:microsoft.com/office/officeart/2005/8/layout/hierarchy5"/>
    <dgm:cxn modelId="{8914819D-602D-F943-B697-5E3C9BCA4F64}" type="presOf" srcId="{9E3D4A2D-2A71-9B4B-A496-7A05DAF0A1C0}" destId="{403DC18F-EFD6-5249-A90F-1F282DDB3021}" srcOrd="0" destOrd="0" presId="urn:microsoft.com/office/officeart/2005/8/layout/hierarchy5"/>
    <dgm:cxn modelId="{5A912CA9-2C05-354C-8393-A948C44A4B0E}" srcId="{E6D0FB6C-1418-1F4B-AD9F-E7EB0BE108C5}" destId="{11CE9158-3B4B-324F-B014-4035A0BEF0F7}" srcOrd="0" destOrd="0" parTransId="{EC922C26-BFB3-CC46-9247-41286103E1D1}" sibTransId="{B5D9CAFA-8817-1348-9F03-07AFC3480E39}"/>
    <dgm:cxn modelId="{198BDEAC-D1B0-D042-A60A-61E0F56838CD}" srcId="{4498418C-A7F7-9B42-BBEF-1CB548BA69A4}" destId="{7A834606-92E8-9E44-9E06-97756F9AC537}" srcOrd="1" destOrd="0" parTransId="{B39F07CE-AAA7-8844-939A-E0A466A43D86}" sibTransId="{E89780DE-E5D5-484A-828E-B3BAA9FF79F9}"/>
    <dgm:cxn modelId="{CDB1B0AD-9F25-1347-9C52-05D31189CA8E}" type="presOf" srcId="{EC922C26-BFB3-CC46-9247-41286103E1D1}" destId="{35590961-7A86-8449-8813-300C4FFC02AF}" srcOrd="1" destOrd="0" presId="urn:microsoft.com/office/officeart/2005/8/layout/hierarchy5"/>
    <dgm:cxn modelId="{85D61AB6-1F86-C54D-BD02-9527CB39BE12}" srcId="{11CE9158-3B4B-324F-B014-4035A0BEF0F7}" destId="{6C7948FB-0E8E-3F40-ACAB-2B69814AE112}" srcOrd="0" destOrd="0" parTransId="{73F23AB3-10A5-484D-89AD-E9B45F3A7796}" sibTransId="{CE0861D8-4B36-D64B-96ED-8473AC8D65D5}"/>
    <dgm:cxn modelId="{843BC1B9-E7DF-584F-93F4-823134AC6C35}" type="presOf" srcId="{6C7948FB-0E8E-3F40-ACAB-2B69814AE112}" destId="{7A1E4195-C245-484E-AC76-973CFAEAE3A8}" srcOrd="0" destOrd="0" presId="urn:microsoft.com/office/officeart/2005/8/layout/hierarchy5"/>
    <dgm:cxn modelId="{F4C35EBA-608F-8543-9543-2508BB114F6B}" type="presOf" srcId="{9746E518-3EBC-4E4C-A8A8-E883D7AEF87B}" destId="{5323AC0D-B6A9-9042-90B8-03EB5BAACA76}" srcOrd="0" destOrd="0" presId="urn:microsoft.com/office/officeart/2005/8/layout/hierarchy5"/>
    <dgm:cxn modelId="{1B450DC9-CD28-9845-BB1A-BB1B7D09E485}" type="presOf" srcId="{B39F07CE-AAA7-8844-939A-E0A466A43D86}" destId="{D7D60CA5-A6B8-1D47-8E5C-EACDBEA2E824}" srcOrd="0" destOrd="0" presId="urn:microsoft.com/office/officeart/2005/8/layout/hierarchy5"/>
    <dgm:cxn modelId="{836AF0CD-9BEE-8A43-A841-6C4E7400ECF0}" srcId="{E6D0FB6C-1418-1F4B-AD9F-E7EB0BE108C5}" destId="{4498418C-A7F7-9B42-BBEF-1CB548BA69A4}" srcOrd="1" destOrd="0" parTransId="{32CE654E-EA43-A84F-96BA-BD4619A085BD}" sibTransId="{82AE1DD6-D6F1-DA4C-AFAB-844800A111F2}"/>
    <dgm:cxn modelId="{E92A50D0-BACD-6340-9B6A-FA0F75B250BB}" type="presOf" srcId="{32CE654E-EA43-A84F-96BA-BD4619A085BD}" destId="{50AB47E7-B005-5746-A7B3-6FE3BE79461A}" srcOrd="0" destOrd="0" presId="urn:microsoft.com/office/officeart/2005/8/layout/hierarchy5"/>
    <dgm:cxn modelId="{D2CD6DD1-1D86-5F49-84A8-2E12A59900BC}" type="presOf" srcId="{F597EC6D-42F8-B645-8DB2-FAE7130E53E0}" destId="{78E39EF2-0DB4-6543-9B8B-532633AC15FD}" srcOrd="0" destOrd="0" presId="urn:microsoft.com/office/officeart/2005/8/layout/hierarchy5"/>
    <dgm:cxn modelId="{D2EFCFD6-B4CD-CC45-93E4-3D2FE9925008}" type="presOf" srcId="{B39F07CE-AAA7-8844-939A-E0A466A43D86}" destId="{1263949D-F50E-374B-B728-9AAAC75875C3}" srcOrd="1" destOrd="0" presId="urn:microsoft.com/office/officeart/2005/8/layout/hierarchy5"/>
    <dgm:cxn modelId="{BCDA70DC-66E3-4042-A1DF-AE56D70D8719}" type="presOf" srcId="{51CF45BA-9BE6-E146-B730-9C5CC5E198EB}" destId="{2A99F375-85CF-D84C-969E-2B1DF5788B10}" srcOrd="0" destOrd="0" presId="urn:microsoft.com/office/officeart/2005/8/layout/hierarchy5"/>
    <dgm:cxn modelId="{87B81EDF-D19D-634C-A112-936B358E3D6F}" srcId="{E6D0FB6C-1418-1F4B-AD9F-E7EB0BE108C5}" destId="{F597EC6D-42F8-B645-8DB2-FAE7130E53E0}" srcOrd="2" destOrd="0" parTransId="{526084D5-0254-6F4C-859E-49D9E08E9C07}" sibTransId="{FF874DA0-91FD-FC4E-9926-11BA912C2EE4}"/>
    <dgm:cxn modelId="{85C539E2-0389-E849-8B61-0B9CEDBD50EC}" type="presOf" srcId="{526084D5-0254-6F4C-859E-49D9E08E9C07}" destId="{15B36F60-C95B-0149-879D-B91A7BD5E1F6}" srcOrd="0" destOrd="0" presId="urn:microsoft.com/office/officeart/2005/8/layout/hierarchy5"/>
    <dgm:cxn modelId="{79D7D3ED-FD35-204C-8536-6E66235AA2D1}" type="presOf" srcId="{32CE654E-EA43-A84F-96BA-BD4619A085BD}" destId="{B5392BC2-7A3B-5444-9172-50B94FAE66E0}" srcOrd="1" destOrd="0" presId="urn:microsoft.com/office/officeart/2005/8/layout/hierarchy5"/>
    <dgm:cxn modelId="{156C2DF2-FB68-9142-926A-700C6B6503E7}" type="presOf" srcId="{52293A27-2C1E-5B4A-9385-AFF9ED054005}" destId="{B9BE391A-7F85-B844-B0B3-0A41A804B53F}" srcOrd="1" destOrd="0" presId="urn:microsoft.com/office/officeart/2005/8/layout/hierarchy5"/>
    <dgm:cxn modelId="{DA2A35F2-A03B-5646-AA79-D525CCC7FCFA}" srcId="{4498418C-A7F7-9B42-BBEF-1CB548BA69A4}" destId="{9746E518-3EBC-4E4C-A8A8-E883D7AEF87B}" srcOrd="0" destOrd="0" parTransId="{360466DD-7B22-7C4C-9CDD-08C77970A7E4}" sibTransId="{A55E7EE4-E679-4C47-A15F-028FED2A22BE}"/>
    <dgm:cxn modelId="{5DBBF8F3-7B1F-9841-B2EB-ECBEC3487205}" type="presOf" srcId="{AD7ED886-A9E6-524C-BE00-A23EC1E62CB2}" destId="{7A6CD7B8-F067-6A4A-914C-31C5BB315342}" srcOrd="0" destOrd="0" presId="urn:microsoft.com/office/officeart/2005/8/layout/hierarchy5"/>
    <dgm:cxn modelId="{118A50FF-FDDD-3640-A226-C9EF5CD7C02A}" srcId="{F597EC6D-42F8-B645-8DB2-FAE7130E53E0}" destId="{51CF45BA-9BE6-E146-B730-9C5CC5E198EB}" srcOrd="0" destOrd="0" parTransId="{52293A27-2C1E-5B4A-9385-AFF9ED054005}" sibTransId="{1AA9CCD7-44DB-974E-93EB-A9BCFED2D839}"/>
    <dgm:cxn modelId="{23A8DC6B-5F62-8D43-807B-D34BDD1821C1}" type="presParOf" srcId="{403DC18F-EFD6-5249-A90F-1F282DDB3021}" destId="{F8E21EF3-C9B8-CD42-8BC0-283E7D9961B8}" srcOrd="0" destOrd="0" presId="urn:microsoft.com/office/officeart/2005/8/layout/hierarchy5"/>
    <dgm:cxn modelId="{04875E59-2437-F141-8671-4D3CA1887108}" type="presParOf" srcId="{F8E21EF3-C9B8-CD42-8BC0-283E7D9961B8}" destId="{C19556E2-5593-5444-ACA0-0997381EA327}" srcOrd="0" destOrd="0" presId="urn:microsoft.com/office/officeart/2005/8/layout/hierarchy5"/>
    <dgm:cxn modelId="{DCB33401-7527-6B4C-8F85-96B2EDD0AA1B}" type="presParOf" srcId="{C19556E2-5593-5444-ACA0-0997381EA327}" destId="{D7F45DAF-04AC-E54B-96D6-A0D3DB7C84A7}" srcOrd="0" destOrd="0" presId="urn:microsoft.com/office/officeart/2005/8/layout/hierarchy5"/>
    <dgm:cxn modelId="{120CFC84-8486-E24A-A070-AD4B2DFC916E}" type="presParOf" srcId="{D7F45DAF-04AC-E54B-96D6-A0D3DB7C84A7}" destId="{7DFC5914-00D4-5E44-82E5-A772A4FF3000}" srcOrd="0" destOrd="0" presId="urn:microsoft.com/office/officeart/2005/8/layout/hierarchy5"/>
    <dgm:cxn modelId="{DD0612FD-F4D2-D348-A3F8-734C9938197A}" type="presParOf" srcId="{D7F45DAF-04AC-E54B-96D6-A0D3DB7C84A7}" destId="{DD7120C3-DEAB-5940-8775-4D47D513ABB0}" srcOrd="1" destOrd="0" presId="urn:microsoft.com/office/officeart/2005/8/layout/hierarchy5"/>
    <dgm:cxn modelId="{FC78BC74-9F11-514C-BBC0-CE353D4E7FA5}" type="presParOf" srcId="{DD7120C3-DEAB-5940-8775-4D47D513ABB0}" destId="{DED87EEA-C4A3-1946-B757-D40E76C0D92E}" srcOrd="0" destOrd="0" presId="urn:microsoft.com/office/officeart/2005/8/layout/hierarchy5"/>
    <dgm:cxn modelId="{5CABA24A-356A-7340-8D7B-492FA25DD2FE}" type="presParOf" srcId="{DED87EEA-C4A3-1946-B757-D40E76C0D92E}" destId="{35590961-7A86-8449-8813-300C4FFC02AF}" srcOrd="0" destOrd="0" presId="urn:microsoft.com/office/officeart/2005/8/layout/hierarchy5"/>
    <dgm:cxn modelId="{F080690E-F026-554E-BEA2-03594F8637CD}" type="presParOf" srcId="{DD7120C3-DEAB-5940-8775-4D47D513ABB0}" destId="{2A008CBC-0CA0-714E-8536-14AFBB0E9C7E}" srcOrd="1" destOrd="0" presId="urn:microsoft.com/office/officeart/2005/8/layout/hierarchy5"/>
    <dgm:cxn modelId="{4B3D092A-57AB-6542-A3F1-AA6F2F5B5E01}" type="presParOf" srcId="{2A008CBC-0CA0-714E-8536-14AFBB0E9C7E}" destId="{36F510B8-A041-5D46-8B1E-CBB7975002BA}" srcOrd="0" destOrd="0" presId="urn:microsoft.com/office/officeart/2005/8/layout/hierarchy5"/>
    <dgm:cxn modelId="{8889B87D-4848-424B-8A46-4A725ABDF053}" type="presParOf" srcId="{2A008CBC-0CA0-714E-8536-14AFBB0E9C7E}" destId="{2DCF6912-F652-A147-B05F-109FF642ED23}" srcOrd="1" destOrd="0" presId="urn:microsoft.com/office/officeart/2005/8/layout/hierarchy5"/>
    <dgm:cxn modelId="{5EF9656D-748B-8F4F-BC93-35E06C2855AE}" type="presParOf" srcId="{2DCF6912-F652-A147-B05F-109FF642ED23}" destId="{90D42751-34D2-1244-BB2C-52179C61F56E}" srcOrd="0" destOrd="0" presId="urn:microsoft.com/office/officeart/2005/8/layout/hierarchy5"/>
    <dgm:cxn modelId="{1D506D00-9304-C54A-88D2-C52CB44E4B0A}" type="presParOf" srcId="{90D42751-34D2-1244-BB2C-52179C61F56E}" destId="{1B6300E3-1204-924A-BF91-B724E041204D}" srcOrd="0" destOrd="0" presId="urn:microsoft.com/office/officeart/2005/8/layout/hierarchy5"/>
    <dgm:cxn modelId="{83B24498-5BA1-FB42-9587-79C835776F7F}" type="presParOf" srcId="{2DCF6912-F652-A147-B05F-109FF642ED23}" destId="{5D223DC0-3CB2-A14F-8410-E3A6D6C43991}" srcOrd="1" destOrd="0" presId="urn:microsoft.com/office/officeart/2005/8/layout/hierarchy5"/>
    <dgm:cxn modelId="{78E9A160-FC38-4A44-A467-878D747777A2}" type="presParOf" srcId="{5D223DC0-3CB2-A14F-8410-E3A6D6C43991}" destId="{7A1E4195-C245-484E-AC76-973CFAEAE3A8}" srcOrd="0" destOrd="0" presId="urn:microsoft.com/office/officeart/2005/8/layout/hierarchy5"/>
    <dgm:cxn modelId="{4016C928-6A69-FA44-A0B3-DA1C2BCB06A5}" type="presParOf" srcId="{5D223DC0-3CB2-A14F-8410-E3A6D6C43991}" destId="{1BF662DF-481E-9A40-8B22-47E5764F25BF}" srcOrd="1" destOrd="0" presId="urn:microsoft.com/office/officeart/2005/8/layout/hierarchy5"/>
    <dgm:cxn modelId="{3978AD88-085E-844C-A9EE-40237C36F33D}" type="presParOf" srcId="{2DCF6912-F652-A147-B05F-109FF642ED23}" destId="{86566A73-B09D-4941-BF19-CAEB6CE0834A}" srcOrd="2" destOrd="0" presId="urn:microsoft.com/office/officeart/2005/8/layout/hierarchy5"/>
    <dgm:cxn modelId="{406BB814-202E-CA42-A1FE-CC6CCD2E89E3}" type="presParOf" srcId="{86566A73-B09D-4941-BF19-CAEB6CE0834A}" destId="{C32728AF-1B17-F34A-BA0F-18C0C5F58235}" srcOrd="0" destOrd="0" presId="urn:microsoft.com/office/officeart/2005/8/layout/hierarchy5"/>
    <dgm:cxn modelId="{225789EA-0002-2E4E-9D57-134501BB6FBB}" type="presParOf" srcId="{2DCF6912-F652-A147-B05F-109FF642ED23}" destId="{16A3DF0E-D4C5-8B40-AB79-E1B2F7B1BD3E}" srcOrd="3" destOrd="0" presId="urn:microsoft.com/office/officeart/2005/8/layout/hierarchy5"/>
    <dgm:cxn modelId="{091D5685-1716-474F-ACF4-31B83DEAB084}" type="presParOf" srcId="{16A3DF0E-D4C5-8B40-AB79-E1B2F7B1BD3E}" destId="{5055A689-40DB-FE44-99E1-AADCA5A1A057}" srcOrd="0" destOrd="0" presId="urn:microsoft.com/office/officeart/2005/8/layout/hierarchy5"/>
    <dgm:cxn modelId="{CFE78B9A-A369-AA48-8597-1D4B9A37CE1A}" type="presParOf" srcId="{16A3DF0E-D4C5-8B40-AB79-E1B2F7B1BD3E}" destId="{F6FC5EB0-5F54-FD4E-A345-A178D729780D}" srcOrd="1" destOrd="0" presId="urn:microsoft.com/office/officeart/2005/8/layout/hierarchy5"/>
    <dgm:cxn modelId="{3794F823-4DD2-DC4D-8762-C2944AEEB3DD}" type="presParOf" srcId="{DD7120C3-DEAB-5940-8775-4D47D513ABB0}" destId="{50AB47E7-B005-5746-A7B3-6FE3BE79461A}" srcOrd="2" destOrd="0" presId="urn:microsoft.com/office/officeart/2005/8/layout/hierarchy5"/>
    <dgm:cxn modelId="{11CB064B-9D90-7C41-9DC0-0475C551DA34}" type="presParOf" srcId="{50AB47E7-B005-5746-A7B3-6FE3BE79461A}" destId="{B5392BC2-7A3B-5444-9172-50B94FAE66E0}" srcOrd="0" destOrd="0" presId="urn:microsoft.com/office/officeart/2005/8/layout/hierarchy5"/>
    <dgm:cxn modelId="{010525A7-A749-2F4A-A071-368DC2A6167C}" type="presParOf" srcId="{DD7120C3-DEAB-5940-8775-4D47D513ABB0}" destId="{7CE9D418-0696-4749-BA33-83DE1EF24C03}" srcOrd="3" destOrd="0" presId="urn:microsoft.com/office/officeart/2005/8/layout/hierarchy5"/>
    <dgm:cxn modelId="{1F87B75A-E6B9-2743-A77D-CFB931938924}" type="presParOf" srcId="{7CE9D418-0696-4749-BA33-83DE1EF24C03}" destId="{E6F98D37-E7E6-0147-97F1-0E6D5AE72490}" srcOrd="0" destOrd="0" presId="urn:microsoft.com/office/officeart/2005/8/layout/hierarchy5"/>
    <dgm:cxn modelId="{75CBF5E4-2B95-3F4F-ADCD-767E505A154C}" type="presParOf" srcId="{7CE9D418-0696-4749-BA33-83DE1EF24C03}" destId="{08C6B44F-111E-E046-AFC6-296F654033D5}" srcOrd="1" destOrd="0" presId="urn:microsoft.com/office/officeart/2005/8/layout/hierarchy5"/>
    <dgm:cxn modelId="{92266F6A-65A7-8D4B-866E-A342650F64EC}" type="presParOf" srcId="{08C6B44F-111E-E046-AFC6-296F654033D5}" destId="{0AEA679E-5994-FC4B-8EDB-F82EB0BC7AAB}" srcOrd="0" destOrd="0" presId="urn:microsoft.com/office/officeart/2005/8/layout/hierarchy5"/>
    <dgm:cxn modelId="{A2A6AB56-7F82-0746-B6B1-B113517A9330}" type="presParOf" srcId="{0AEA679E-5994-FC4B-8EDB-F82EB0BC7AAB}" destId="{489CD79C-EDE7-1E48-848F-B4768BEDB553}" srcOrd="0" destOrd="0" presId="urn:microsoft.com/office/officeart/2005/8/layout/hierarchy5"/>
    <dgm:cxn modelId="{531B398F-C32B-E443-88A2-74E903C551D7}" type="presParOf" srcId="{08C6B44F-111E-E046-AFC6-296F654033D5}" destId="{C5401FE3-880D-E54E-91AF-AB96713A2E68}" srcOrd="1" destOrd="0" presId="urn:microsoft.com/office/officeart/2005/8/layout/hierarchy5"/>
    <dgm:cxn modelId="{F118BB8F-9AB8-334C-9DCD-A7D6291B7385}" type="presParOf" srcId="{C5401FE3-880D-E54E-91AF-AB96713A2E68}" destId="{5323AC0D-B6A9-9042-90B8-03EB5BAACA76}" srcOrd="0" destOrd="0" presId="urn:microsoft.com/office/officeart/2005/8/layout/hierarchy5"/>
    <dgm:cxn modelId="{B7778A21-0DBE-4748-80A9-670E9B3E1026}" type="presParOf" srcId="{C5401FE3-880D-E54E-91AF-AB96713A2E68}" destId="{78216F2C-B4B0-074A-9ACF-4C663D280DF0}" srcOrd="1" destOrd="0" presId="urn:microsoft.com/office/officeart/2005/8/layout/hierarchy5"/>
    <dgm:cxn modelId="{426B5DB8-D51C-F444-B1DC-D85C4DA21C4E}" type="presParOf" srcId="{08C6B44F-111E-E046-AFC6-296F654033D5}" destId="{D7D60CA5-A6B8-1D47-8E5C-EACDBEA2E824}" srcOrd="2" destOrd="0" presId="urn:microsoft.com/office/officeart/2005/8/layout/hierarchy5"/>
    <dgm:cxn modelId="{6DF9A3FE-43C4-1646-B947-FD1CC8A0D9C9}" type="presParOf" srcId="{D7D60CA5-A6B8-1D47-8E5C-EACDBEA2E824}" destId="{1263949D-F50E-374B-B728-9AAAC75875C3}" srcOrd="0" destOrd="0" presId="urn:microsoft.com/office/officeart/2005/8/layout/hierarchy5"/>
    <dgm:cxn modelId="{69006A8C-435D-AC4E-ACDE-9B9DDCDBF0EF}" type="presParOf" srcId="{08C6B44F-111E-E046-AFC6-296F654033D5}" destId="{48666B45-DA7E-0B49-80B0-5A1EE6B8006F}" srcOrd="3" destOrd="0" presId="urn:microsoft.com/office/officeart/2005/8/layout/hierarchy5"/>
    <dgm:cxn modelId="{E5FAC13D-FA58-D240-9BD6-9C8AE68E8D95}" type="presParOf" srcId="{48666B45-DA7E-0B49-80B0-5A1EE6B8006F}" destId="{4F980B03-1192-B547-92C6-F97C0FB45D3D}" srcOrd="0" destOrd="0" presId="urn:microsoft.com/office/officeart/2005/8/layout/hierarchy5"/>
    <dgm:cxn modelId="{2217663C-69FE-4F40-9967-27A8A7B3B7D6}" type="presParOf" srcId="{48666B45-DA7E-0B49-80B0-5A1EE6B8006F}" destId="{FCF95569-C5FA-6144-BC0C-9451FF82B349}" srcOrd="1" destOrd="0" presId="urn:microsoft.com/office/officeart/2005/8/layout/hierarchy5"/>
    <dgm:cxn modelId="{835BE2BE-6AB8-CC4B-9E37-7853907A16AD}" type="presParOf" srcId="{DD7120C3-DEAB-5940-8775-4D47D513ABB0}" destId="{15B36F60-C95B-0149-879D-B91A7BD5E1F6}" srcOrd="4" destOrd="0" presId="urn:microsoft.com/office/officeart/2005/8/layout/hierarchy5"/>
    <dgm:cxn modelId="{A75AC99D-54F2-A340-9DAF-734B89FDF35B}" type="presParOf" srcId="{15B36F60-C95B-0149-879D-B91A7BD5E1F6}" destId="{7470ADF4-8C9C-AF44-8056-E621819738A7}" srcOrd="0" destOrd="0" presId="urn:microsoft.com/office/officeart/2005/8/layout/hierarchy5"/>
    <dgm:cxn modelId="{AC9EB0C5-6C23-FE45-9C4B-56814CCDB580}" type="presParOf" srcId="{DD7120C3-DEAB-5940-8775-4D47D513ABB0}" destId="{9A5068FD-2049-F84D-A459-121EFC34C82F}" srcOrd="5" destOrd="0" presId="urn:microsoft.com/office/officeart/2005/8/layout/hierarchy5"/>
    <dgm:cxn modelId="{2703B70B-B0B1-334B-B20D-5320DBB9BC5A}" type="presParOf" srcId="{9A5068FD-2049-F84D-A459-121EFC34C82F}" destId="{78E39EF2-0DB4-6543-9B8B-532633AC15FD}" srcOrd="0" destOrd="0" presId="urn:microsoft.com/office/officeart/2005/8/layout/hierarchy5"/>
    <dgm:cxn modelId="{97D6409F-902A-604B-B5C8-25D46D1AD9F3}" type="presParOf" srcId="{9A5068FD-2049-F84D-A459-121EFC34C82F}" destId="{31971096-DBEF-0D4E-ADF4-A29A8FF45582}" srcOrd="1" destOrd="0" presId="urn:microsoft.com/office/officeart/2005/8/layout/hierarchy5"/>
    <dgm:cxn modelId="{10A89800-B842-224A-956F-D46D11B2CA08}" type="presParOf" srcId="{31971096-DBEF-0D4E-ADF4-A29A8FF45582}" destId="{C7D2A3A4-1762-BD4E-8083-EF21D9C37625}" srcOrd="0" destOrd="0" presId="urn:microsoft.com/office/officeart/2005/8/layout/hierarchy5"/>
    <dgm:cxn modelId="{2D950EC7-ECFE-1F40-B7FB-A9921AC72F09}" type="presParOf" srcId="{C7D2A3A4-1762-BD4E-8083-EF21D9C37625}" destId="{B9BE391A-7F85-B844-B0B3-0A41A804B53F}" srcOrd="0" destOrd="0" presId="urn:microsoft.com/office/officeart/2005/8/layout/hierarchy5"/>
    <dgm:cxn modelId="{05F51405-3E83-024A-B1A2-02F12F7D135A}" type="presParOf" srcId="{31971096-DBEF-0D4E-ADF4-A29A8FF45582}" destId="{37796430-4AF1-B041-8077-2FD28180453E}" srcOrd="1" destOrd="0" presId="urn:microsoft.com/office/officeart/2005/8/layout/hierarchy5"/>
    <dgm:cxn modelId="{5C9083BC-699C-6541-8C09-E6A4ECAA0B00}" type="presParOf" srcId="{37796430-4AF1-B041-8077-2FD28180453E}" destId="{2A99F375-85CF-D84C-969E-2B1DF5788B10}" srcOrd="0" destOrd="0" presId="urn:microsoft.com/office/officeart/2005/8/layout/hierarchy5"/>
    <dgm:cxn modelId="{39AE4018-E3F7-BD43-A587-175158B95490}" type="presParOf" srcId="{37796430-4AF1-B041-8077-2FD28180453E}" destId="{9EE3975E-CD96-3944-BCCF-AFA49EC02203}" srcOrd="1" destOrd="0" presId="urn:microsoft.com/office/officeart/2005/8/layout/hierarchy5"/>
    <dgm:cxn modelId="{B40AFF55-58D7-284D-90D4-454BE26FEC5D}" type="presParOf" srcId="{31971096-DBEF-0D4E-ADF4-A29A8FF45582}" destId="{F82D8B69-C20B-7444-B080-ED36EC0A9098}" srcOrd="2" destOrd="0" presId="urn:microsoft.com/office/officeart/2005/8/layout/hierarchy5"/>
    <dgm:cxn modelId="{B22DF744-5E0E-6747-B44D-40563D67FEE1}" type="presParOf" srcId="{F82D8B69-C20B-7444-B080-ED36EC0A9098}" destId="{CA255766-A726-6140-947F-F88BAB3738FD}" srcOrd="0" destOrd="0" presId="urn:microsoft.com/office/officeart/2005/8/layout/hierarchy5"/>
    <dgm:cxn modelId="{A722B4D8-81F1-E84B-86E1-A04A6DF4B626}" type="presParOf" srcId="{31971096-DBEF-0D4E-ADF4-A29A8FF45582}" destId="{4385810A-A8AD-2D48-A24A-F404211F9159}" srcOrd="3" destOrd="0" presId="urn:microsoft.com/office/officeart/2005/8/layout/hierarchy5"/>
    <dgm:cxn modelId="{705B764D-BE4A-DD48-B6C6-362BC01089E2}" type="presParOf" srcId="{4385810A-A8AD-2D48-A24A-F404211F9159}" destId="{7A6CD7B8-F067-6A4A-914C-31C5BB315342}" srcOrd="0" destOrd="0" presId="urn:microsoft.com/office/officeart/2005/8/layout/hierarchy5"/>
    <dgm:cxn modelId="{C4AB1829-529B-C04F-95A3-1AA5E0CDD146}" type="presParOf" srcId="{4385810A-A8AD-2D48-A24A-F404211F9159}" destId="{2E687B93-BD03-1342-B075-D84337871445}" srcOrd="1" destOrd="0" presId="urn:microsoft.com/office/officeart/2005/8/layout/hierarchy5"/>
    <dgm:cxn modelId="{D5FDA89B-E301-B14E-8785-240E3E328742}" type="presParOf" srcId="{403DC18F-EFD6-5249-A90F-1F282DDB3021}" destId="{2A1EBC13-8612-F249-91EA-FF5EC4FD6A0F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3D4A2D-2A71-9B4B-A496-7A05DAF0A1C0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6D0FB6C-1418-1F4B-AD9F-E7EB0BE108C5}">
      <dgm:prSet phldrT="[Text]" custT="1"/>
      <dgm:spPr/>
      <dgm:t>
        <a:bodyPr/>
        <a:lstStyle/>
        <a:p>
          <a:r>
            <a:rPr lang="en-GB" sz="2400" dirty="0"/>
            <a:t>1 veranderlijke  </a:t>
          </a:r>
        </a:p>
      </dgm:t>
    </dgm:pt>
    <dgm:pt modelId="{E98FA307-4A92-4E4F-BDE5-37F792DFB6D1}" type="parTrans" cxnId="{EFDBE942-6FD6-6242-ACA2-3CC0905CA8B8}">
      <dgm:prSet/>
      <dgm:spPr/>
      <dgm:t>
        <a:bodyPr/>
        <a:lstStyle/>
        <a:p>
          <a:endParaRPr lang="en-GB"/>
        </a:p>
      </dgm:t>
    </dgm:pt>
    <dgm:pt modelId="{FECBE682-183F-8541-978C-00D14E54F836}" type="sibTrans" cxnId="{EFDBE942-6FD6-6242-ACA2-3CC0905CA8B8}">
      <dgm:prSet/>
      <dgm:spPr/>
      <dgm:t>
        <a:bodyPr/>
        <a:lstStyle/>
        <a:p>
          <a:endParaRPr lang="en-GB"/>
        </a:p>
      </dgm:t>
    </dgm:pt>
    <dgm:pt modelId="{11CE9158-3B4B-324F-B014-4035A0BEF0F7}">
      <dgm:prSet phldrT="[Text]" custT="1"/>
      <dgm:spPr>
        <a:solidFill>
          <a:schemeClr val="accent2"/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</a:t>
          </a:r>
        </a:p>
      </dgm:t>
    </dgm:pt>
    <dgm:pt modelId="{EC922C26-BFB3-CC46-9247-41286103E1D1}" type="parTrans" cxnId="{5A912CA9-2C05-354C-8393-A948C44A4B0E}">
      <dgm:prSet/>
      <dgm:spPr/>
      <dgm:t>
        <a:bodyPr/>
        <a:lstStyle/>
        <a:p>
          <a:endParaRPr lang="en-GB"/>
        </a:p>
      </dgm:t>
    </dgm:pt>
    <dgm:pt modelId="{B5D9CAFA-8817-1348-9F03-07AFC3480E39}" type="sibTrans" cxnId="{5A912CA9-2C05-354C-8393-A948C44A4B0E}">
      <dgm:prSet/>
      <dgm:spPr/>
      <dgm:t>
        <a:bodyPr/>
        <a:lstStyle/>
        <a:p>
          <a:endParaRPr lang="en-GB"/>
        </a:p>
      </dgm:t>
    </dgm:pt>
    <dgm:pt modelId="{6C7948FB-0E8E-3F40-ACAB-2B69814AE112}">
      <dgm:prSet phldrT="[Text]" custT="1"/>
      <dgm:spPr>
        <a:solidFill>
          <a:schemeClr val="accent2"/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</a:t>
          </a:r>
        </a:p>
      </dgm:t>
    </dgm:pt>
    <dgm:pt modelId="{73F23AB3-10A5-484D-89AD-E9B45F3A7796}" type="parTrans" cxnId="{85D61AB6-1F86-C54D-BD02-9527CB39BE12}">
      <dgm:prSet/>
      <dgm:spPr/>
      <dgm:t>
        <a:bodyPr/>
        <a:lstStyle/>
        <a:p>
          <a:endParaRPr lang="en-GB"/>
        </a:p>
      </dgm:t>
    </dgm:pt>
    <dgm:pt modelId="{CE0861D8-4B36-D64B-96ED-8473AC8D65D5}" type="sibTrans" cxnId="{85D61AB6-1F86-C54D-BD02-9527CB39BE12}">
      <dgm:prSet/>
      <dgm:spPr/>
      <dgm:t>
        <a:bodyPr/>
        <a:lstStyle/>
        <a:p>
          <a:endParaRPr lang="en-GB"/>
        </a:p>
      </dgm:t>
    </dgm:pt>
    <dgm:pt modelId="{0E15767B-4481-FB42-836A-00D947CFEAD6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</a:t>
          </a:r>
        </a:p>
      </dgm:t>
    </dgm:pt>
    <dgm:pt modelId="{A6666959-9631-BF47-A7E0-D00B715E00C8}" type="parTrans" cxnId="{50B7202E-42E4-BE45-B204-07C67BCC7726}">
      <dgm:prSet/>
      <dgm:spPr/>
      <dgm:t>
        <a:bodyPr/>
        <a:lstStyle/>
        <a:p>
          <a:endParaRPr lang="en-GB"/>
        </a:p>
      </dgm:t>
    </dgm:pt>
    <dgm:pt modelId="{552EA831-92D5-B143-B988-38E3D22E8B38}" type="sibTrans" cxnId="{50B7202E-42E4-BE45-B204-07C67BCC7726}">
      <dgm:prSet/>
      <dgm:spPr/>
      <dgm:t>
        <a:bodyPr/>
        <a:lstStyle/>
        <a:p>
          <a:endParaRPr lang="en-GB"/>
        </a:p>
      </dgm:t>
    </dgm:pt>
    <dgm:pt modelId="{4498418C-A7F7-9B42-BBEF-1CB548BA69A4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</a:t>
          </a:r>
        </a:p>
      </dgm:t>
    </dgm:pt>
    <dgm:pt modelId="{32CE654E-EA43-A84F-96BA-BD4619A085BD}" type="parTrans" cxnId="{836AF0CD-9BEE-8A43-A841-6C4E7400ECF0}">
      <dgm:prSet/>
      <dgm:spPr/>
      <dgm:t>
        <a:bodyPr/>
        <a:lstStyle/>
        <a:p>
          <a:endParaRPr lang="en-GB"/>
        </a:p>
      </dgm:t>
    </dgm:pt>
    <dgm:pt modelId="{82AE1DD6-D6F1-DA4C-AFAB-844800A111F2}" type="sibTrans" cxnId="{836AF0CD-9BEE-8A43-A841-6C4E7400ECF0}">
      <dgm:prSet/>
      <dgm:spPr/>
      <dgm:t>
        <a:bodyPr/>
        <a:lstStyle/>
        <a:p>
          <a:endParaRPr lang="en-GB"/>
        </a:p>
      </dgm:t>
    </dgm:pt>
    <dgm:pt modelId="{9746E518-3EBC-4E4C-A8A8-E883D7AEF87B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staafdiagram</a:t>
          </a:r>
        </a:p>
      </dgm:t>
    </dgm:pt>
    <dgm:pt modelId="{360466DD-7B22-7C4C-9CDD-08C77970A7E4}" type="parTrans" cxnId="{DA2A35F2-A03B-5646-AA79-D525CCC7FCFA}">
      <dgm:prSet/>
      <dgm:spPr/>
      <dgm:t>
        <a:bodyPr/>
        <a:lstStyle/>
        <a:p>
          <a:endParaRPr lang="en-GB"/>
        </a:p>
      </dgm:t>
    </dgm:pt>
    <dgm:pt modelId="{A55E7EE4-E679-4C47-A15F-028FED2A22BE}" type="sibTrans" cxnId="{DA2A35F2-A03B-5646-AA79-D525CCC7FCFA}">
      <dgm:prSet/>
      <dgm:spPr/>
      <dgm:t>
        <a:bodyPr/>
        <a:lstStyle/>
        <a:p>
          <a:endParaRPr lang="en-GB"/>
        </a:p>
      </dgm:t>
    </dgm:pt>
    <dgm:pt modelId="{7A834606-92E8-9E44-9E06-97756F9AC537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dotplot</a:t>
          </a:r>
        </a:p>
      </dgm:t>
    </dgm:pt>
    <dgm:pt modelId="{B39F07CE-AAA7-8844-939A-E0A466A43D86}" type="parTrans" cxnId="{198BDEAC-D1B0-D042-A60A-61E0F56838CD}">
      <dgm:prSet/>
      <dgm:spPr/>
      <dgm:t>
        <a:bodyPr/>
        <a:lstStyle/>
        <a:p>
          <a:endParaRPr lang="en-GB"/>
        </a:p>
      </dgm:t>
    </dgm:pt>
    <dgm:pt modelId="{E89780DE-E5D5-484A-828E-B3BAA9FF79F9}" type="sibTrans" cxnId="{198BDEAC-D1B0-D042-A60A-61E0F56838CD}">
      <dgm:prSet/>
      <dgm:spPr/>
      <dgm:t>
        <a:bodyPr/>
        <a:lstStyle/>
        <a:p>
          <a:endParaRPr lang="en-GB"/>
        </a:p>
      </dgm:t>
    </dgm:pt>
    <dgm:pt modelId="{403DC18F-EFD6-5249-A90F-1F282DDB3021}" type="pres">
      <dgm:prSet presAssocID="{9E3D4A2D-2A71-9B4B-A496-7A05DAF0A1C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E21EF3-C9B8-CD42-8BC0-283E7D9961B8}" type="pres">
      <dgm:prSet presAssocID="{9E3D4A2D-2A71-9B4B-A496-7A05DAF0A1C0}" presName="hierFlow" presStyleCnt="0"/>
      <dgm:spPr/>
    </dgm:pt>
    <dgm:pt modelId="{C19556E2-5593-5444-ACA0-0997381EA327}" type="pres">
      <dgm:prSet presAssocID="{9E3D4A2D-2A71-9B4B-A496-7A05DAF0A1C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7F45DAF-04AC-E54B-96D6-A0D3DB7C84A7}" type="pres">
      <dgm:prSet presAssocID="{E6D0FB6C-1418-1F4B-AD9F-E7EB0BE108C5}" presName="Name17" presStyleCnt="0"/>
      <dgm:spPr/>
    </dgm:pt>
    <dgm:pt modelId="{7DFC5914-00D4-5E44-82E5-A772A4FF3000}" type="pres">
      <dgm:prSet presAssocID="{E6D0FB6C-1418-1F4B-AD9F-E7EB0BE108C5}" presName="level1Shape" presStyleLbl="node0" presStyleIdx="0" presStyleCnt="1">
        <dgm:presLayoutVars>
          <dgm:chPref val="3"/>
        </dgm:presLayoutVars>
      </dgm:prSet>
      <dgm:spPr/>
    </dgm:pt>
    <dgm:pt modelId="{DD7120C3-DEAB-5940-8775-4D47D513ABB0}" type="pres">
      <dgm:prSet presAssocID="{E6D0FB6C-1418-1F4B-AD9F-E7EB0BE108C5}" presName="hierChild2" presStyleCnt="0"/>
      <dgm:spPr/>
    </dgm:pt>
    <dgm:pt modelId="{DED87EEA-C4A3-1946-B757-D40E76C0D92E}" type="pres">
      <dgm:prSet presAssocID="{EC922C26-BFB3-CC46-9247-41286103E1D1}" presName="Name25" presStyleLbl="parChTrans1D2" presStyleIdx="0" presStyleCnt="2"/>
      <dgm:spPr/>
    </dgm:pt>
    <dgm:pt modelId="{35590961-7A86-8449-8813-300C4FFC02AF}" type="pres">
      <dgm:prSet presAssocID="{EC922C26-BFB3-CC46-9247-41286103E1D1}" presName="connTx" presStyleLbl="parChTrans1D2" presStyleIdx="0" presStyleCnt="2"/>
      <dgm:spPr/>
    </dgm:pt>
    <dgm:pt modelId="{2A008CBC-0CA0-714E-8536-14AFBB0E9C7E}" type="pres">
      <dgm:prSet presAssocID="{11CE9158-3B4B-324F-B014-4035A0BEF0F7}" presName="Name30" presStyleCnt="0"/>
      <dgm:spPr/>
    </dgm:pt>
    <dgm:pt modelId="{36F510B8-A041-5D46-8B1E-CBB7975002BA}" type="pres">
      <dgm:prSet presAssocID="{11CE9158-3B4B-324F-B014-4035A0BEF0F7}" presName="level2Shape" presStyleLbl="node2" presStyleIdx="0" presStyleCnt="2"/>
      <dgm:spPr/>
    </dgm:pt>
    <dgm:pt modelId="{2DCF6912-F652-A147-B05F-109FF642ED23}" type="pres">
      <dgm:prSet presAssocID="{11CE9158-3B4B-324F-B014-4035A0BEF0F7}" presName="hierChild3" presStyleCnt="0"/>
      <dgm:spPr/>
    </dgm:pt>
    <dgm:pt modelId="{90D42751-34D2-1244-BB2C-52179C61F56E}" type="pres">
      <dgm:prSet presAssocID="{73F23AB3-10A5-484D-89AD-E9B45F3A7796}" presName="Name25" presStyleLbl="parChTrans1D3" presStyleIdx="0" presStyleCnt="4"/>
      <dgm:spPr/>
    </dgm:pt>
    <dgm:pt modelId="{1B6300E3-1204-924A-BF91-B724E041204D}" type="pres">
      <dgm:prSet presAssocID="{73F23AB3-10A5-484D-89AD-E9B45F3A7796}" presName="connTx" presStyleLbl="parChTrans1D3" presStyleIdx="0" presStyleCnt="4"/>
      <dgm:spPr/>
    </dgm:pt>
    <dgm:pt modelId="{5D223DC0-3CB2-A14F-8410-E3A6D6C43991}" type="pres">
      <dgm:prSet presAssocID="{6C7948FB-0E8E-3F40-ACAB-2B69814AE112}" presName="Name30" presStyleCnt="0"/>
      <dgm:spPr/>
    </dgm:pt>
    <dgm:pt modelId="{7A1E4195-C245-484E-AC76-973CFAEAE3A8}" type="pres">
      <dgm:prSet presAssocID="{6C7948FB-0E8E-3F40-ACAB-2B69814AE112}" presName="level2Shape" presStyleLbl="node3" presStyleIdx="0" presStyleCnt="4"/>
      <dgm:spPr/>
    </dgm:pt>
    <dgm:pt modelId="{1BF662DF-481E-9A40-8B22-47E5764F25BF}" type="pres">
      <dgm:prSet presAssocID="{6C7948FB-0E8E-3F40-ACAB-2B69814AE112}" presName="hierChild3" presStyleCnt="0"/>
      <dgm:spPr/>
    </dgm:pt>
    <dgm:pt modelId="{86566A73-B09D-4941-BF19-CAEB6CE0834A}" type="pres">
      <dgm:prSet presAssocID="{A6666959-9631-BF47-A7E0-D00B715E00C8}" presName="Name25" presStyleLbl="parChTrans1D3" presStyleIdx="1" presStyleCnt="4"/>
      <dgm:spPr/>
    </dgm:pt>
    <dgm:pt modelId="{C32728AF-1B17-F34A-BA0F-18C0C5F58235}" type="pres">
      <dgm:prSet presAssocID="{A6666959-9631-BF47-A7E0-D00B715E00C8}" presName="connTx" presStyleLbl="parChTrans1D3" presStyleIdx="1" presStyleCnt="4"/>
      <dgm:spPr/>
    </dgm:pt>
    <dgm:pt modelId="{16A3DF0E-D4C5-8B40-AB79-E1B2F7B1BD3E}" type="pres">
      <dgm:prSet presAssocID="{0E15767B-4481-FB42-836A-00D947CFEAD6}" presName="Name30" presStyleCnt="0"/>
      <dgm:spPr/>
    </dgm:pt>
    <dgm:pt modelId="{5055A689-40DB-FE44-99E1-AADCA5A1A057}" type="pres">
      <dgm:prSet presAssocID="{0E15767B-4481-FB42-836A-00D947CFEAD6}" presName="level2Shape" presStyleLbl="node3" presStyleIdx="1" presStyleCnt="4"/>
      <dgm:spPr/>
    </dgm:pt>
    <dgm:pt modelId="{F6FC5EB0-5F54-FD4E-A345-A178D729780D}" type="pres">
      <dgm:prSet presAssocID="{0E15767B-4481-FB42-836A-00D947CFEAD6}" presName="hierChild3" presStyleCnt="0"/>
      <dgm:spPr/>
    </dgm:pt>
    <dgm:pt modelId="{50AB47E7-B005-5746-A7B3-6FE3BE79461A}" type="pres">
      <dgm:prSet presAssocID="{32CE654E-EA43-A84F-96BA-BD4619A085BD}" presName="Name25" presStyleLbl="parChTrans1D2" presStyleIdx="1" presStyleCnt="2"/>
      <dgm:spPr/>
    </dgm:pt>
    <dgm:pt modelId="{B5392BC2-7A3B-5444-9172-50B94FAE66E0}" type="pres">
      <dgm:prSet presAssocID="{32CE654E-EA43-A84F-96BA-BD4619A085BD}" presName="connTx" presStyleLbl="parChTrans1D2" presStyleIdx="1" presStyleCnt="2"/>
      <dgm:spPr/>
    </dgm:pt>
    <dgm:pt modelId="{7CE9D418-0696-4749-BA33-83DE1EF24C03}" type="pres">
      <dgm:prSet presAssocID="{4498418C-A7F7-9B42-BBEF-1CB548BA69A4}" presName="Name30" presStyleCnt="0"/>
      <dgm:spPr/>
    </dgm:pt>
    <dgm:pt modelId="{E6F98D37-E7E6-0147-97F1-0E6D5AE72490}" type="pres">
      <dgm:prSet presAssocID="{4498418C-A7F7-9B42-BBEF-1CB548BA69A4}" presName="level2Shape" presStyleLbl="node2" presStyleIdx="1" presStyleCnt="2"/>
      <dgm:spPr/>
    </dgm:pt>
    <dgm:pt modelId="{08C6B44F-111E-E046-AFC6-296F654033D5}" type="pres">
      <dgm:prSet presAssocID="{4498418C-A7F7-9B42-BBEF-1CB548BA69A4}" presName="hierChild3" presStyleCnt="0"/>
      <dgm:spPr/>
    </dgm:pt>
    <dgm:pt modelId="{0AEA679E-5994-FC4B-8EDB-F82EB0BC7AAB}" type="pres">
      <dgm:prSet presAssocID="{360466DD-7B22-7C4C-9CDD-08C77970A7E4}" presName="Name25" presStyleLbl="parChTrans1D3" presStyleIdx="2" presStyleCnt="4"/>
      <dgm:spPr/>
    </dgm:pt>
    <dgm:pt modelId="{489CD79C-EDE7-1E48-848F-B4768BEDB553}" type="pres">
      <dgm:prSet presAssocID="{360466DD-7B22-7C4C-9CDD-08C77970A7E4}" presName="connTx" presStyleLbl="parChTrans1D3" presStyleIdx="2" presStyleCnt="4"/>
      <dgm:spPr/>
    </dgm:pt>
    <dgm:pt modelId="{C5401FE3-880D-E54E-91AF-AB96713A2E68}" type="pres">
      <dgm:prSet presAssocID="{9746E518-3EBC-4E4C-A8A8-E883D7AEF87B}" presName="Name30" presStyleCnt="0"/>
      <dgm:spPr/>
    </dgm:pt>
    <dgm:pt modelId="{5323AC0D-B6A9-9042-90B8-03EB5BAACA76}" type="pres">
      <dgm:prSet presAssocID="{9746E518-3EBC-4E4C-A8A8-E883D7AEF87B}" presName="level2Shape" presStyleLbl="node3" presStyleIdx="2" presStyleCnt="4"/>
      <dgm:spPr/>
    </dgm:pt>
    <dgm:pt modelId="{78216F2C-B4B0-074A-9ACF-4C663D280DF0}" type="pres">
      <dgm:prSet presAssocID="{9746E518-3EBC-4E4C-A8A8-E883D7AEF87B}" presName="hierChild3" presStyleCnt="0"/>
      <dgm:spPr/>
    </dgm:pt>
    <dgm:pt modelId="{D7D60CA5-A6B8-1D47-8E5C-EACDBEA2E824}" type="pres">
      <dgm:prSet presAssocID="{B39F07CE-AAA7-8844-939A-E0A466A43D86}" presName="Name25" presStyleLbl="parChTrans1D3" presStyleIdx="3" presStyleCnt="4"/>
      <dgm:spPr/>
    </dgm:pt>
    <dgm:pt modelId="{1263949D-F50E-374B-B728-9AAAC75875C3}" type="pres">
      <dgm:prSet presAssocID="{B39F07CE-AAA7-8844-939A-E0A466A43D86}" presName="connTx" presStyleLbl="parChTrans1D3" presStyleIdx="3" presStyleCnt="4"/>
      <dgm:spPr/>
    </dgm:pt>
    <dgm:pt modelId="{48666B45-DA7E-0B49-80B0-5A1EE6B8006F}" type="pres">
      <dgm:prSet presAssocID="{7A834606-92E8-9E44-9E06-97756F9AC537}" presName="Name30" presStyleCnt="0"/>
      <dgm:spPr/>
    </dgm:pt>
    <dgm:pt modelId="{4F980B03-1192-B547-92C6-F97C0FB45D3D}" type="pres">
      <dgm:prSet presAssocID="{7A834606-92E8-9E44-9E06-97756F9AC537}" presName="level2Shape" presStyleLbl="node3" presStyleIdx="3" presStyleCnt="4"/>
      <dgm:spPr/>
    </dgm:pt>
    <dgm:pt modelId="{FCF95569-C5FA-6144-BC0C-9451FF82B349}" type="pres">
      <dgm:prSet presAssocID="{7A834606-92E8-9E44-9E06-97756F9AC537}" presName="hierChild3" presStyleCnt="0"/>
      <dgm:spPr/>
    </dgm:pt>
    <dgm:pt modelId="{2A1EBC13-8612-F249-91EA-FF5EC4FD6A0F}" type="pres">
      <dgm:prSet presAssocID="{9E3D4A2D-2A71-9B4B-A496-7A05DAF0A1C0}" presName="bgShapesFlow" presStyleCnt="0"/>
      <dgm:spPr/>
    </dgm:pt>
  </dgm:ptLst>
  <dgm:cxnLst>
    <dgm:cxn modelId="{D2F45909-D1DD-F943-9D5E-03F050887E60}" type="presOf" srcId="{4498418C-A7F7-9B42-BBEF-1CB548BA69A4}" destId="{E6F98D37-E7E6-0147-97F1-0E6D5AE72490}" srcOrd="0" destOrd="0" presId="urn:microsoft.com/office/officeart/2005/8/layout/hierarchy5"/>
    <dgm:cxn modelId="{E599AD0A-7717-154D-91BF-CFDB4A5564CE}" type="presOf" srcId="{360466DD-7B22-7C4C-9CDD-08C77970A7E4}" destId="{489CD79C-EDE7-1E48-848F-B4768BEDB553}" srcOrd="1" destOrd="0" presId="urn:microsoft.com/office/officeart/2005/8/layout/hierarchy5"/>
    <dgm:cxn modelId="{F669490B-B0FB-044F-95A3-10225145C805}" type="presOf" srcId="{7A834606-92E8-9E44-9E06-97756F9AC537}" destId="{4F980B03-1192-B547-92C6-F97C0FB45D3D}" srcOrd="0" destOrd="0" presId="urn:microsoft.com/office/officeart/2005/8/layout/hierarchy5"/>
    <dgm:cxn modelId="{6FA84B13-39CD-764D-B5B8-B4CED11D1A39}" type="presOf" srcId="{11CE9158-3B4B-324F-B014-4035A0BEF0F7}" destId="{36F510B8-A041-5D46-8B1E-CBB7975002BA}" srcOrd="0" destOrd="0" presId="urn:microsoft.com/office/officeart/2005/8/layout/hierarchy5"/>
    <dgm:cxn modelId="{A3032F20-7CB6-FA4E-9431-F6D538A4EAEB}" type="presOf" srcId="{73F23AB3-10A5-484D-89AD-E9B45F3A7796}" destId="{1B6300E3-1204-924A-BF91-B724E041204D}" srcOrd="1" destOrd="0" presId="urn:microsoft.com/office/officeart/2005/8/layout/hierarchy5"/>
    <dgm:cxn modelId="{50B7202E-42E4-BE45-B204-07C67BCC7726}" srcId="{11CE9158-3B4B-324F-B014-4035A0BEF0F7}" destId="{0E15767B-4481-FB42-836A-00D947CFEAD6}" srcOrd="1" destOrd="0" parTransId="{A6666959-9631-BF47-A7E0-D00B715E00C8}" sibTransId="{552EA831-92D5-B143-B988-38E3D22E8B38}"/>
    <dgm:cxn modelId="{EFDBE942-6FD6-6242-ACA2-3CC0905CA8B8}" srcId="{9E3D4A2D-2A71-9B4B-A496-7A05DAF0A1C0}" destId="{E6D0FB6C-1418-1F4B-AD9F-E7EB0BE108C5}" srcOrd="0" destOrd="0" parTransId="{E98FA307-4A92-4E4F-BDE5-37F792DFB6D1}" sibTransId="{FECBE682-183F-8541-978C-00D14E54F836}"/>
    <dgm:cxn modelId="{75CF2547-A480-454B-84F0-657F48340209}" type="presOf" srcId="{A6666959-9631-BF47-A7E0-D00B715E00C8}" destId="{86566A73-B09D-4941-BF19-CAEB6CE0834A}" srcOrd="0" destOrd="0" presId="urn:microsoft.com/office/officeart/2005/8/layout/hierarchy5"/>
    <dgm:cxn modelId="{9F5FE249-464C-734E-9CF6-AA06743EA006}" type="presOf" srcId="{A6666959-9631-BF47-A7E0-D00B715E00C8}" destId="{C32728AF-1B17-F34A-BA0F-18C0C5F58235}" srcOrd="1" destOrd="0" presId="urn:microsoft.com/office/officeart/2005/8/layout/hierarchy5"/>
    <dgm:cxn modelId="{0801484D-F792-664B-B27A-E3B2BB6CF904}" type="presOf" srcId="{360466DD-7B22-7C4C-9CDD-08C77970A7E4}" destId="{0AEA679E-5994-FC4B-8EDB-F82EB0BC7AAB}" srcOrd="0" destOrd="0" presId="urn:microsoft.com/office/officeart/2005/8/layout/hierarchy5"/>
    <dgm:cxn modelId="{C473FE4E-09B4-6A43-B1B5-2D517194AB9C}" type="presOf" srcId="{EC922C26-BFB3-CC46-9247-41286103E1D1}" destId="{DED87EEA-C4A3-1946-B757-D40E76C0D92E}" srcOrd="0" destOrd="0" presId="urn:microsoft.com/office/officeart/2005/8/layout/hierarchy5"/>
    <dgm:cxn modelId="{02B4E576-DA6D-B14B-8237-362F42A0ADA9}" type="presOf" srcId="{0E15767B-4481-FB42-836A-00D947CFEAD6}" destId="{5055A689-40DB-FE44-99E1-AADCA5A1A057}" srcOrd="0" destOrd="0" presId="urn:microsoft.com/office/officeart/2005/8/layout/hierarchy5"/>
    <dgm:cxn modelId="{396A967F-A28A-7744-A853-D0950D6E209B}" type="presOf" srcId="{73F23AB3-10A5-484D-89AD-E9B45F3A7796}" destId="{90D42751-34D2-1244-BB2C-52179C61F56E}" srcOrd="0" destOrd="0" presId="urn:microsoft.com/office/officeart/2005/8/layout/hierarchy5"/>
    <dgm:cxn modelId="{F1123484-6071-EA42-83F4-39069049ABDE}" type="presOf" srcId="{E6D0FB6C-1418-1F4B-AD9F-E7EB0BE108C5}" destId="{7DFC5914-00D4-5E44-82E5-A772A4FF3000}" srcOrd="0" destOrd="0" presId="urn:microsoft.com/office/officeart/2005/8/layout/hierarchy5"/>
    <dgm:cxn modelId="{8914819D-602D-F943-B697-5E3C9BCA4F64}" type="presOf" srcId="{9E3D4A2D-2A71-9B4B-A496-7A05DAF0A1C0}" destId="{403DC18F-EFD6-5249-A90F-1F282DDB3021}" srcOrd="0" destOrd="0" presId="urn:microsoft.com/office/officeart/2005/8/layout/hierarchy5"/>
    <dgm:cxn modelId="{5A912CA9-2C05-354C-8393-A948C44A4B0E}" srcId="{E6D0FB6C-1418-1F4B-AD9F-E7EB0BE108C5}" destId="{11CE9158-3B4B-324F-B014-4035A0BEF0F7}" srcOrd="0" destOrd="0" parTransId="{EC922C26-BFB3-CC46-9247-41286103E1D1}" sibTransId="{B5D9CAFA-8817-1348-9F03-07AFC3480E39}"/>
    <dgm:cxn modelId="{198BDEAC-D1B0-D042-A60A-61E0F56838CD}" srcId="{4498418C-A7F7-9B42-BBEF-1CB548BA69A4}" destId="{7A834606-92E8-9E44-9E06-97756F9AC537}" srcOrd="1" destOrd="0" parTransId="{B39F07CE-AAA7-8844-939A-E0A466A43D86}" sibTransId="{E89780DE-E5D5-484A-828E-B3BAA9FF79F9}"/>
    <dgm:cxn modelId="{CDB1B0AD-9F25-1347-9C52-05D31189CA8E}" type="presOf" srcId="{EC922C26-BFB3-CC46-9247-41286103E1D1}" destId="{35590961-7A86-8449-8813-300C4FFC02AF}" srcOrd="1" destOrd="0" presId="urn:microsoft.com/office/officeart/2005/8/layout/hierarchy5"/>
    <dgm:cxn modelId="{85D61AB6-1F86-C54D-BD02-9527CB39BE12}" srcId="{11CE9158-3B4B-324F-B014-4035A0BEF0F7}" destId="{6C7948FB-0E8E-3F40-ACAB-2B69814AE112}" srcOrd="0" destOrd="0" parTransId="{73F23AB3-10A5-484D-89AD-E9B45F3A7796}" sibTransId="{CE0861D8-4B36-D64B-96ED-8473AC8D65D5}"/>
    <dgm:cxn modelId="{843BC1B9-E7DF-584F-93F4-823134AC6C35}" type="presOf" srcId="{6C7948FB-0E8E-3F40-ACAB-2B69814AE112}" destId="{7A1E4195-C245-484E-AC76-973CFAEAE3A8}" srcOrd="0" destOrd="0" presId="urn:microsoft.com/office/officeart/2005/8/layout/hierarchy5"/>
    <dgm:cxn modelId="{F4C35EBA-608F-8543-9543-2508BB114F6B}" type="presOf" srcId="{9746E518-3EBC-4E4C-A8A8-E883D7AEF87B}" destId="{5323AC0D-B6A9-9042-90B8-03EB5BAACA76}" srcOrd="0" destOrd="0" presId="urn:microsoft.com/office/officeart/2005/8/layout/hierarchy5"/>
    <dgm:cxn modelId="{1B450DC9-CD28-9845-BB1A-BB1B7D09E485}" type="presOf" srcId="{B39F07CE-AAA7-8844-939A-E0A466A43D86}" destId="{D7D60CA5-A6B8-1D47-8E5C-EACDBEA2E824}" srcOrd="0" destOrd="0" presId="urn:microsoft.com/office/officeart/2005/8/layout/hierarchy5"/>
    <dgm:cxn modelId="{836AF0CD-9BEE-8A43-A841-6C4E7400ECF0}" srcId="{E6D0FB6C-1418-1F4B-AD9F-E7EB0BE108C5}" destId="{4498418C-A7F7-9B42-BBEF-1CB548BA69A4}" srcOrd="1" destOrd="0" parTransId="{32CE654E-EA43-A84F-96BA-BD4619A085BD}" sibTransId="{82AE1DD6-D6F1-DA4C-AFAB-844800A111F2}"/>
    <dgm:cxn modelId="{E92A50D0-BACD-6340-9B6A-FA0F75B250BB}" type="presOf" srcId="{32CE654E-EA43-A84F-96BA-BD4619A085BD}" destId="{50AB47E7-B005-5746-A7B3-6FE3BE79461A}" srcOrd="0" destOrd="0" presId="urn:microsoft.com/office/officeart/2005/8/layout/hierarchy5"/>
    <dgm:cxn modelId="{D2EFCFD6-B4CD-CC45-93E4-3D2FE9925008}" type="presOf" srcId="{B39F07CE-AAA7-8844-939A-E0A466A43D86}" destId="{1263949D-F50E-374B-B728-9AAAC75875C3}" srcOrd="1" destOrd="0" presId="urn:microsoft.com/office/officeart/2005/8/layout/hierarchy5"/>
    <dgm:cxn modelId="{79D7D3ED-FD35-204C-8536-6E66235AA2D1}" type="presOf" srcId="{32CE654E-EA43-A84F-96BA-BD4619A085BD}" destId="{B5392BC2-7A3B-5444-9172-50B94FAE66E0}" srcOrd="1" destOrd="0" presId="urn:microsoft.com/office/officeart/2005/8/layout/hierarchy5"/>
    <dgm:cxn modelId="{DA2A35F2-A03B-5646-AA79-D525CCC7FCFA}" srcId="{4498418C-A7F7-9B42-BBEF-1CB548BA69A4}" destId="{9746E518-3EBC-4E4C-A8A8-E883D7AEF87B}" srcOrd="0" destOrd="0" parTransId="{360466DD-7B22-7C4C-9CDD-08C77970A7E4}" sibTransId="{A55E7EE4-E679-4C47-A15F-028FED2A22BE}"/>
    <dgm:cxn modelId="{23A8DC6B-5F62-8D43-807B-D34BDD1821C1}" type="presParOf" srcId="{403DC18F-EFD6-5249-A90F-1F282DDB3021}" destId="{F8E21EF3-C9B8-CD42-8BC0-283E7D9961B8}" srcOrd="0" destOrd="0" presId="urn:microsoft.com/office/officeart/2005/8/layout/hierarchy5"/>
    <dgm:cxn modelId="{04875E59-2437-F141-8671-4D3CA1887108}" type="presParOf" srcId="{F8E21EF3-C9B8-CD42-8BC0-283E7D9961B8}" destId="{C19556E2-5593-5444-ACA0-0997381EA327}" srcOrd="0" destOrd="0" presId="urn:microsoft.com/office/officeart/2005/8/layout/hierarchy5"/>
    <dgm:cxn modelId="{DCB33401-7527-6B4C-8F85-96B2EDD0AA1B}" type="presParOf" srcId="{C19556E2-5593-5444-ACA0-0997381EA327}" destId="{D7F45DAF-04AC-E54B-96D6-A0D3DB7C84A7}" srcOrd="0" destOrd="0" presId="urn:microsoft.com/office/officeart/2005/8/layout/hierarchy5"/>
    <dgm:cxn modelId="{120CFC84-8486-E24A-A070-AD4B2DFC916E}" type="presParOf" srcId="{D7F45DAF-04AC-E54B-96D6-A0D3DB7C84A7}" destId="{7DFC5914-00D4-5E44-82E5-A772A4FF3000}" srcOrd="0" destOrd="0" presId="urn:microsoft.com/office/officeart/2005/8/layout/hierarchy5"/>
    <dgm:cxn modelId="{DD0612FD-F4D2-D348-A3F8-734C9938197A}" type="presParOf" srcId="{D7F45DAF-04AC-E54B-96D6-A0D3DB7C84A7}" destId="{DD7120C3-DEAB-5940-8775-4D47D513ABB0}" srcOrd="1" destOrd="0" presId="urn:microsoft.com/office/officeart/2005/8/layout/hierarchy5"/>
    <dgm:cxn modelId="{FC78BC74-9F11-514C-BBC0-CE353D4E7FA5}" type="presParOf" srcId="{DD7120C3-DEAB-5940-8775-4D47D513ABB0}" destId="{DED87EEA-C4A3-1946-B757-D40E76C0D92E}" srcOrd="0" destOrd="0" presId="urn:microsoft.com/office/officeart/2005/8/layout/hierarchy5"/>
    <dgm:cxn modelId="{5CABA24A-356A-7340-8D7B-492FA25DD2FE}" type="presParOf" srcId="{DED87EEA-C4A3-1946-B757-D40E76C0D92E}" destId="{35590961-7A86-8449-8813-300C4FFC02AF}" srcOrd="0" destOrd="0" presId="urn:microsoft.com/office/officeart/2005/8/layout/hierarchy5"/>
    <dgm:cxn modelId="{F080690E-F026-554E-BEA2-03594F8637CD}" type="presParOf" srcId="{DD7120C3-DEAB-5940-8775-4D47D513ABB0}" destId="{2A008CBC-0CA0-714E-8536-14AFBB0E9C7E}" srcOrd="1" destOrd="0" presId="urn:microsoft.com/office/officeart/2005/8/layout/hierarchy5"/>
    <dgm:cxn modelId="{4B3D092A-57AB-6542-A3F1-AA6F2F5B5E01}" type="presParOf" srcId="{2A008CBC-0CA0-714E-8536-14AFBB0E9C7E}" destId="{36F510B8-A041-5D46-8B1E-CBB7975002BA}" srcOrd="0" destOrd="0" presId="urn:microsoft.com/office/officeart/2005/8/layout/hierarchy5"/>
    <dgm:cxn modelId="{8889B87D-4848-424B-8A46-4A725ABDF053}" type="presParOf" srcId="{2A008CBC-0CA0-714E-8536-14AFBB0E9C7E}" destId="{2DCF6912-F652-A147-B05F-109FF642ED23}" srcOrd="1" destOrd="0" presId="urn:microsoft.com/office/officeart/2005/8/layout/hierarchy5"/>
    <dgm:cxn modelId="{5EF9656D-748B-8F4F-BC93-35E06C2855AE}" type="presParOf" srcId="{2DCF6912-F652-A147-B05F-109FF642ED23}" destId="{90D42751-34D2-1244-BB2C-52179C61F56E}" srcOrd="0" destOrd="0" presId="urn:microsoft.com/office/officeart/2005/8/layout/hierarchy5"/>
    <dgm:cxn modelId="{1D506D00-9304-C54A-88D2-C52CB44E4B0A}" type="presParOf" srcId="{90D42751-34D2-1244-BB2C-52179C61F56E}" destId="{1B6300E3-1204-924A-BF91-B724E041204D}" srcOrd="0" destOrd="0" presId="urn:microsoft.com/office/officeart/2005/8/layout/hierarchy5"/>
    <dgm:cxn modelId="{83B24498-5BA1-FB42-9587-79C835776F7F}" type="presParOf" srcId="{2DCF6912-F652-A147-B05F-109FF642ED23}" destId="{5D223DC0-3CB2-A14F-8410-E3A6D6C43991}" srcOrd="1" destOrd="0" presId="urn:microsoft.com/office/officeart/2005/8/layout/hierarchy5"/>
    <dgm:cxn modelId="{78E9A160-FC38-4A44-A467-878D747777A2}" type="presParOf" srcId="{5D223DC0-3CB2-A14F-8410-E3A6D6C43991}" destId="{7A1E4195-C245-484E-AC76-973CFAEAE3A8}" srcOrd="0" destOrd="0" presId="urn:microsoft.com/office/officeart/2005/8/layout/hierarchy5"/>
    <dgm:cxn modelId="{4016C928-6A69-FA44-A0B3-DA1C2BCB06A5}" type="presParOf" srcId="{5D223DC0-3CB2-A14F-8410-E3A6D6C43991}" destId="{1BF662DF-481E-9A40-8B22-47E5764F25BF}" srcOrd="1" destOrd="0" presId="urn:microsoft.com/office/officeart/2005/8/layout/hierarchy5"/>
    <dgm:cxn modelId="{3978AD88-085E-844C-A9EE-40237C36F33D}" type="presParOf" srcId="{2DCF6912-F652-A147-B05F-109FF642ED23}" destId="{86566A73-B09D-4941-BF19-CAEB6CE0834A}" srcOrd="2" destOrd="0" presId="urn:microsoft.com/office/officeart/2005/8/layout/hierarchy5"/>
    <dgm:cxn modelId="{406BB814-202E-CA42-A1FE-CC6CCD2E89E3}" type="presParOf" srcId="{86566A73-B09D-4941-BF19-CAEB6CE0834A}" destId="{C32728AF-1B17-F34A-BA0F-18C0C5F58235}" srcOrd="0" destOrd="0" presId="urn:microsoft.com/office/officeart/2005/8/layout/hierarchy5"/>
    <dgm:cxn modelId="{225789EA-0002-2E4E-9D57-134501BB6FBB}" type="presParOf" srcId="{2DCF6912-F652-A147-B05F-109FF642ED23}" destId="{16A3DF0E-D4C5-8B40-AB79-E1B2F7B1BD3E}" srcOrd="3" destOrd="0" presId="urn:microsoft.com/office/officeart/2005/8/layout/hierarchy5"/>
    <dgm:cxn modelId="{091D5685-1716-474F-ACF4-31B83DEAB084}" type="presParOf" srcId="{16A3DF0E-D4C5-8B40-AB79-E1B2F7B1BD3E}" destId="{5055A689-40DB-FE44-99E1-AADCA5A1A057}" srcOrd="0" destOrd="0" presId="urn:microsoft.com/office/officeart/2005/8/layout/hierarchy5"/>
    <dgm:cxn modelId="{CFE78B9A-A369-AA48-8597-1D4B9A37CE1A}" type="presParOf" srcId="{16A3DF0E-D4C5-8B40-AB79-E1B2F7B1BD3E}" destId="{F6FC5EB0-5F54-FD4E-A345-A178D729780D}" srcOrd="1" destOrd="0" presId="urn:microsoft.com/office/officeart/2005/8/layout/hierarchy5"/>
    <dgm:cxn modelId="{3794F823-4DD2-DC4D-8762-C2944AEEB3DD}" type="presParOf" srcId="{DD7120C3-DEAB-5940-8775-4D47D513ABB0}" destId="{50AB47E7-B005-5746-A7B3-6FE3BE79461A}" srcOrd="2" destOrd="0" presId="urn:microsoft.com/office/officeart/2005/8/layout/hierarchy5"/>
    <dgm:cxn modelId="{11CB064B-9D90-7C41-9DC0-0475C551DA34}" type="presParOf" srcId="{50AB47E7-B005-5746-A7B3-6FE3BE79461A}" destId="{B5392BC2-7A3B-5444-9172-50B94FAE66E0}" srcOrd="0" destOrd="0" presId="urn:microsoft.com/office/officeart/2005/8/layout/hierarchy5"/>
    <dgm:cxn modelId="{010525A7-A749-2F4A-A071-368DC2A6167C}" type="presParOf" srcId="{DD7120C3-DEAB-5940-8775-4D47D513ABB0}" destId="{7CE9D418-0696-4749-BA33-83DE1EF24C03}" srcOrd="3" destOrd="0" presId="urn:microsoft.com/office/officeart/2005/8/layout/hierarchy5"/>
    <dgm:cxn modelId="{1F87B75A-E6B9-2743-A77D-CFB931938924}" type="presParOf" srcId="{7CE9D418-0696-4749-BA33-83DE1EF24C03}" destId="{E6F98D37-E7E6-0147-97F1-0E6D5AE72490}" srcOrd="0" destOrd="0" presId="urn:microsoft.com/office/officeart/2005/8/layout/hierarchy5"/>
    <dgm:cxn modelId="{75CBF5E4-2B95-3F4F-ADCD-767E505A154C}" type="presParOf" srcId="{7CE9D418-0696-4749-BA33-83DE1EF24C03}" destId="{08C6B44F-111E-E046-AFC6-296F654033D5}" srcOrd="1" destOrd="0" presId="urn:microsoft.com/office/officeart/2005/8/layout/hierarchy5"/>
    <dgm:cxn modelId="{92266F6A-65A7-8D4B-866E-A342650F64EC}" type="presParOf" srcId="{08C6B44F-111E-E046-AFC6-296F654033D5}" destId="{0AEA679E-5994-FC4B-8EDB-F82EB0BC7AAB}" srcOrd="0" destOrd="0" presId="urn:microsoft.com/office/officeart/2005/8/layout/hierarchy5"/>
    <dgm:cxn modelId="{A2A6AB56-7F82-0746-B6B1-B113517A9330}" type="presParOf" srcId="{0AEA679E-5994-FC4B-8EDB-F82EB0BC7AAB}" destId="{489CD79C-EDE7-1E48-848F-B4768BEDB553}" srcOrd="0" destOrd="0" presId="urn:microsoft.com/office/officeart/2005/8/layout/hierarchy5"/>
    <dgm:cxn modelId="{531B398F-C32B-E443-88A2-74E903C551D7}" type="presParOf" srcId="{08C6B44F-111E-E046-AFC6-296F654033D5}" destId="{C5401FE3-880D-E54E-91AF-AB96713A2E68}" srcOrd="1" destOrd="0" presId="urn:microsoft.com/office/officeart/2005/8/layout/hierarchy5"/>
    <dgm:cxn modelId="{F118BB8F-9AB8-334C-9DCD-A7D6291B7385}" type="presParOf" srcId="{C5401FE3-880D-E54E-91AF-AB96713A2E68}" destId="{5323AC0D-B6A9-9042-90B8-03EB5BAACA76}" srcOrd="0" destOrd="0" presId="urn:microsoft.com/office/officeart/2005/8/layout/hierarchy5"/>
    <dgm:cxn modelId="{B7778A21-0DBE-4748-80A9-670E9B3E1026}" type="presParOf" srcId="{C5401FE3-880D-E54E-91AF-AB96713A2E68}" destId="{78216F2C-B4B0-074A-9ACF-4C663D280DF0}" srcOrd="1" destOrd="0" presId="urn:microsoft.com/office/officeart/2005/8/layout/hierarchy5"/>
    <dgm:cxn modelId="{426B5DB8-D51C-F444-B1DC-D85C4DA21C4E}" type="presParOf" srcId="{08C6B44F-111E-E046-AFC6-296F654033D5}" destId="{D7D60CA5-A6B8-1D47-8E5C-EACDBEA2E824}" srcOrd="2" destOrd="0" presId="urn:microsoft.com/office/officeart/2005/8/layout/hierarchy5"/>
    <dgm:cxn modelId="{6DF9A3FE-43C4-1646-B947-FD1CC8A0D9C9}" type="presParOf" srcId="{D7D60CA5-A6B8-1D47-8E5C-EACDBEA2E824}" destId="{1263949D-F50E-374B-B728-9AAAC75875C3}" srcOrd="0" destOrd="0" presId="urn:microsoft.com/office/officeart/2005/8/layout/hierarchy5"/>
    <dgm:cxn modelId="{69006A8C-435D-AC4E-ACDE-9B9DDCDBF0EF}" type="presParOf" srcId="{08C6B44F-111E-E046-AFC6-296F654033D5}" destId="{48666B45-DA7E-0B49-80B0-5A1EE6B8006F}" srcOrd="3" destOrd="0" presId="urn:microsoft.com/office/officeart/2005/8/layout/hierarchy5"/>
    <dgm:cxn modelId="{E5FAC13D-FA58-D240-9BD6-9C8AE68E8D95}" type="presParOf" srcId="{48666B45-DA7E-0B49-80B0-5A1EE6B8006F}" destId="{4F980B03-1192-B547-92C6-F97C0FB45D3D}" srcOrd="0" destOrd="0" presId="urn:microsoft.com/office/officeart/2005/8/layout/hierarchy5"/>
    <dgm:cxn modelId="{2217663C-69FE-4F40-9967-27A8A7B3B7D6}" type="presParOf" srcId="{48666B45-DA7E-0B49-80B0-5A1EE6B8006F}" destId="{FCF95569-C5FA-6144-BC0C-9451FF82B349}" srcOrd="1" destOrd="0" presId="urn:microsoft.com/office/officeart/2005/8/layout/hierarchy5"/>
    <dgm:cxn modelId="{D5FDA89B-E301-B14E-8785-240E3E328742}" type="presParOf" srcId="{403DC18F-EFD6-5249-A90F-1F282DDB3021}" destId="{2A1EBC13-8612-F249-91EA-FF5EC4FD6A0F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3D4A2D-2A71-9B4B-A496-7A05DAF0A1C0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6D0FB6C-1418-1F4B-AD9F-E7EB0BE108C5}">
      <dgm:prSet phldrT="[Text]" custT="1"/>
      <dgm:spPr/>
      <dgm:t>
        <a:bodyPr/>
        <a:lstStyle/>
        <a:p>
          <a:r>
            <a:rPr lang="en-GB" sz="2400" dirty="0"/>
            <a:t>2 veranderlijken  </a:t>
          </a:r>
        </a:p>
      </dgm:t>
    </dgm:pt>
    <dgm:pt modelId="{E98FA307-4A92-4E4F-BDE5-37F792DFB6D1}" type="parTrans" cxnId="{EFDBE942-6FD6-6242-ACA2-3CC0905CA8B8}">
      <dgm:prSet/>
      <dgm:spPr/>
      <dgm:t>
        <a:bodyPr/>
        <a:lstStyle/>
        <a:p>
          <a:endParaRPr lang="en-GB"/>
        </a:p>
      </dgm:t>
    </dgm:pt>
    <dgm:pt modelId="{FECBE682-183F-8541-978C-00D14E54F836}" type="sibTrans" cxnId="{EFDBE942-6FD6-6242-ACA2-3CC0905CA8B8}">
      <dgm:prSet/>
      <dgm:spPr/>
      <dgm:t>
        <a:bodyPr/>
        <a:lstStyle/>
        <a:p>
          <a:endParaRPr lang="en-GB"/>
        </a:p>
      </dgm:t>
    </dgm:pt>
    <dgm:pt modelId="{11CE9158-3B4B-324F-B014-4035A0BEF0F7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numeriek-numeriek</a:t>
          </a:r>
        </a:p>
      </dgm:t>
    </dgm:pt>
    <dgm:pt modelId="{EC922C26-BFB3-CC46-9247-41286103E1D1}" type="parTrans" cxnId="{5A912CA9-2C05-354C-8393-A948C44A4B0E}">
      <dgm:prSet/>
      <dgm:spPr/>
      <dgm:t>
        <a:bodyPr/>
        <a:lstStyle/>
        <a:p>
          <a:endParaRPr lang="en-GB"/>
        </a:p>
      </dgm:t>
    </dgm:pt>
    <dgm:pt modelId="{B5D9CAFA-8817-1348-9F03-07AFC3480E39}" type="sibTrans" cxnId="{5A912CA9-2C05-354C-8393-A948C44A4B0E}">
      <dgm:prSet/>
      <dgm:spPr/>
      <dgm:t>
        <a:bodyPr/>
        <a:lstStyle/>
        <a:p>
          <a:endParaRPr lang="en-GB"/>
        </a:p>
      </dgm:t>
    </dgm:pt>
    <dgm:pt modelId="{6C7948FB-0E8E-3F40-ACAB-2B69814AE112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puntenwolk</a:t>
          </a:r>
        </a:p>
      </dgm:t>
    </dgm:pt>
    <dgm:pt modelId="{73F23AB3-10A5-484D-89AD-E9B45F3A7796}" type="parTrans" cxnId="{85D61AB6-1F86-C54D-BD02-9527CB39BE12}">
      <dgm:prSet/>
      <dgm:spPr/>
      <dgm:t>
        <a:bodyPr/>
        <a:lstStyle/>
        <a:p>
          <a:endParaRPr lang="en-GB"/>
        </a:p>
      </dgm:t>
    </dgm:pt>
    <dgm:pt modelId="{CE0861D8-4B36-D64B-96ED-8473AC8D65D5}" type="sibTrans" cxnId="{85D61AB6-1F86-C54D-BD02-9527CB39BE12}">
      <dgm:prSet/>
      <dgm:spPr/>
      <dgm:t>
        <a:bodyPr/>
        <a:lstStyle/>
        <a:p>
          <a:endParaRPr lang="en-GB"/>
        </a:p>
      </dgm:t>
    </dgm:pt>
    <dgm:pt modelId="{0E15767B-4481-FB42-836A-00D947CFEAD6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lijndiagram</a:t>
          </a:r>
        </a:p>
      </dgm:t>
    </dgm:pt>
    <dgm:pt modelId="{A6666959-9631-BF47-A7E0-D00B715E00C8}" type="parTrans" cxnId="{50B7202E-42E4-BE45-B204-07C67BCC7726}">
      <dgm:prSet/>
      <dgm:spPr/>
      <dgm:t>
        <a:bodyPr/>
        <a:lstStyle/>
        <a:p>
          <a:endParaRPr lang="en-GB"/>
        </a:p>
      </dgm:t>
    </dgm:pt>
    <dgm:pt modelId="{552EA831-92D5-B143-B988-38E3D22E8B38}" type="sibTrans" cxnId="{50B7202E-42E4-BE45-B204-07C67BCC7726}">
      <dgm:prSet/>
      <dgm:spPr/>
      <dgm:t>
        <a:bodyPr/>
        <a:lstStyle/>
        <a:p>
          <a:endParaRPr lang="en-GB"/>
        </a:p>
      </dgm:t>
    </dgm:pt>
    <dgm:pt modelId="{4498418C-A7F7-9B42-BBEF-1CB548BA69A4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categorisch-numeriek</a:t>
          </a:r>
        </a:p>
      </dgm:t>
    </dgm:pt>
    <dgm:pt modelId="{32CE654E-EA43-A84F-96BA-BD4619A085BD}" type="parTrans" cxnId="{836AF0CD-9BEE-8A43-A841-6C4E7400ECF0}">
      <dgm:prSet/>
      <dgm:spPr/>
      <dgm:t>
        <a:bodyPr/>
        <a:lstStyle/>
        <a:p>
          <a:endParaRPr lang="en-GB"/>
        </a:p>
      </dgm:t>
    </dgm:pt>
    <dgm:pt modelId="{82AE1DD6-D6F1-DA4C-AFAB-844800A111F2}" type="sibTrans" cxnId="{836AF0CD-9BEE-8A43-A841-6C4E7400ECF0}">
      <dgm:prSet/>
      <dgm:spPr/>
      <dgm:t>
        <a:bodyPr/>
        <a:lstStyle/>
        <a:p>
          <a:endParaRPr lang="en-GB"/>
        </a:p>
      </dgm:t>
    </dgm:pt>
    <dgm:pt modelId="{9746E518-3EBC-4E4C-A8A8-E883D7AEF87B}">
      <dgm:prSet phldrT="[Text]" custT="1"/>
      <dgm:spPr>
        <a:solidFill>
          <a:schemeClr val="bg2">
            <a:lumMod val="85000"/>
          </a:schemeClr>
        </a:solidFill>
        <a:ln>
          <a:noFill/>
        </a:ln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 op dichtheidsschaal</a:t>
          </a:r>
        </a:p>
      </dgm:t>
    </dgm:pt>
    <dgm:pt modelId="{360466DD-7B22-7C4C-9CDD-08C77970A7E4}" type="parTrans" cxnId="{DA2A35F2-A03B-5646-AA79-D525CCC7FCFA}">
      <dgm:prSet/>
      <dgm:spPr/>
      <dgm:t>
        <a:bodyPr/>
        <a:lstStyle/>
        <a:p>
          <a:endParaRPr lang="en-GB"/>
        </a:p>
      </dgm:t>
    </dgm:pt>
    <dgm:pt modelId="{A55E7EE4-E679-4C47-A15F-028FED2A22BE}" type="sibTrans" cxnId="{DA2A35F2-A03B-5646-AA79-D525CCC7FCFA}">
      <dgm:prSet/>
      <dgm:spPr/>
      <dgm:t>
        <a:bodyPr/>
        <a:lstStyle/>
        <a:p>
          <a:endParaRPr lang="en-GB"/>
        </a:p>
      </dgm:t>
    </dgm:pt>
    <dgm:pt modelId="{7A834606-92E8-9E44-9E06-97756F9AC537}">
      <dgm:prSet phldrT="[Text]" custT="1"/>
      <dgm:spPr>
        <a:solidFill>
          <a:schemeClr val="bg2">
            <a:lumMod val="85000"/>
          </a:schemeClr>
        </a:solidFill>
      </dgm:spPr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 per categorie</a:t>
          </a:r>
        </a:p>
      </dgm:t>
    </dgm:pt>
    <dgm:pt modelId="{B39F07CE-AAA7-8844-939A-E0A466A43D86}" type="parTrans" cxnId="{198BDEAC-D1B0-D042-A60A-61E0F56838CD}">
      <dgm:prSet/>
      <dgm:spPr/>
      <dgm:t>
        <a:bodyPr/>
        <a:lstStyle/>
        <a:p>
          <a:endParaRPr lang="en-GB"/>
        </a:p>
      </dgm:t>
    </dgm:pt>
    <dgm:pt modelId="{E89780DE-E5D5-484A-828E-B3BAA9FF79F9}" type="sibTrans" cxnId="{198BDEAC-D1B0-D042-A60A-61E0F56838CD}">
      <dgm:prSet/>
      <dgm:spPr/>
      <dgm:t>
        <a:bodyPr/>
        <a:lstStyle/>
        <a:p>
          <a:endParaRPr lang="en-GB"/>
        </a:p>
      </dgm:t>
    </dgm:pt>
    <dgm:pt modelId="{F597EC6D-42F8-B645-8DB2-FAE7130E53E0}">
      <dgm:prSet custT="1"/>
      <dgm:spPr>
        <a:solidFill>
          <a:schemeClr val="accent2"/>
        </a:solidFill>
      </dgm:spPr>
      <dgm:t>
        <a:bodyPr/>
        <a:lstStyle/>
        <a:p>
          <a:r>
            <a:rPr lang="en-GB" sz="2400" dirty="0"/>
            <a:t>categorisch-categorisch</a:t>
          </a:r>
        </a:p>
      </dgm:t>
    </dgm:pt>
    <dgm:pt modelId="{526084D5-0254-6F4C-859E-49D9E08E9C07}" type="parTrans" cxnId="{87B81EDF-D19D-634C-A112-936B358E3D6F}">
      <dgm:prSet/>
      <dgm:spPr/>
      <dgm:t>
        <a:bodyPr/>
        <a:lstStyle/>
        <a:p>
          <a:endParaRPr lang="en-GB"/>
        </a:p>
      </dgm:t>
    </dgm:pt>
    <dgm:pt modelId="{FF874DA0-91FD-FC4E-9926-11BA912C2EE4}" type="sibTrans" cxnId="{87B81EDF-D19D-634C-A112-936B358E3D6F}">
      <dgm:prSet/>
      <dgm:spPr/>
      <dgm:t>
        <a:bodyPr/>
        <a:lstStyle/>
        <a:p>
          <a:endParaRPr lang="en-GB"/>
        </a:p>
      </dgm:t>
    </dgm:pt>
    <dgm:pt modelId="{51CF45BA-9BE6-E146-B730-9C5CC5E198EB}">
      <dgm:prSet custT="1"/>
      <dgm:spPr>
        <a:solidFill>
          <a:schemeClr val="bg2">
            <a:lumMod val="85000"/>
          </a:schemeClr>
        </a:solidFill>
      </dgm:spPr>
      <dgm:t>
        <a:bodyPr/>
        <a:lstStyle/>
        <a:p>
          <a:r>
            <a:rPr lang="en-GB" sz="2400" dirty="0"/>
            <a:t>staafdiagram met subtypes</a:t>
          </a:r>
        </a:p>
      </dgm:t>
    </dgm:pt>
    <dgm:pt modelId="{52293A27-2C1E-5B4A-9385-AFF9ED054005}" type="parTrans" cxnId="{118A50FF-FDDD-3640-A226-C9EF5CD7C02A}">
      <dgm:prSet/>
      <dgm:spPr/>
      <dgm:t>
        <a:bodyPr/>
        <a:lstStyle/>
        <a:p>
          <a:endParaRPr lang="en-GB"/>
        </a:p>
      </dgm:t>
    </dgm:pt>
    <dgm:pt modelId="{1AA9CCD7-44DB-974E-93EB-A9BCFED2D839}" type="sibTrans" cxnId="{118A50FF-FDDD-3640-A226-C9EF5CD7C02A}">
      <dgm:prSet/>
      <dgm:spPr/>
      <dgm:t>
        <a:bodyPr/>
        <a:lstStyle/>
        <a:p>
          <a:endParaRPr lang="en-GB"/>
        </a:p>
      </dgm:t>
    </dgm:pt>
    <dgm:pt modelId="{AD7ED886-A9E6-524C-BE00-A23EC1E62CB2}">
      <dgm:prSet custT="1"/>
      <dgm:spPr>
        <a:solidFill>
          <a:schemeClr val="accent2"/>
        </a:solidFill>
      </dgm:spPr>
      <dgm:t>
        <a:bodyPr/>
        <a:lstStyle/>
        <a:p>
          <a:r>
            <a:rPr lang="en-GB" sz="2400" dirty="0"/>
            <a:t>Gestapeld staafdiagram</a:t>
          </a:r>
        </a:p>
      </dgm:t>
    </dgm:pt>
    <dgm:pt modelId="{B9A47E05-A5AB-4E47-A8BC-9E89D5E9D8A4}" type="parTrans" cxnId="{56548D8B-6DB1-F74B-A7FF-0188ED4B57E4}">
      <dgm:prSet/>
      <dgm:spPr/>
      <dgm:t>
        <a:bodyPr/>
        <a:lstStyle/>
        <a:p>
          <a:endParaRPr lang="en-GB"/>
        </a:p>
      </dgm:t>
    </dgm:pt>
    <dgm:pt modelId="{4F886752-4164-B446-AA9E-E65951AC53DF}" type="sibTrans" cxnId="{56548D8B-6DB1-F74B-A7FF-0188ED4B57E4}">
      <dgm:prSet/>
      <dgm:spPr/>
      <dgm:t>
        <a:bodyPr/>
        <a:lstStyle/>
        <a:p>
          <a:endParaRPr lang="en-GB"/>
        </a:p>
      </dgm:t>
    </dgm:pt>
    <dgm:pt modelId="{403DC18F-EFD6-5249-A90F-1F282DDB3021}" type="pres">
      <dgm:prSet presAssocID="{9E3D4A2D-2A71-9B4B-A496-7A05DAF0A1C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E21EF3-C9B8-CD42-8BC0-283E7D9961B8}" type="pres">
      <dgm:prSet presAssocID="{9E3D4A2D-2A71-9B4B-A496-7A05DAF0A1C0}" presName="hierFlow" presStyleCnt="0"/>
      <dgm:spPr/>
    </dgm:pt>
    <dgm:pt modelId="{C19556E2-5593-5444-ACA0-0997381EA327}" type="pres">
      <dgm:prSet presAssocID="{9E3D4A2D-2A71-9B4B-A496-7A05DAF0A1C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7F45DAF-04AC-E54B-96D6-A0D3DB7C84A7}" type="pres">
      <dgm:prSet presAssocID="{E6D0FB6C-1418-1F4B-AD9F-E7EB0BE108C5}" presName="Name17" presStyleCnt="0"/>
      <dgm:spPr/>
    </dgm:pt>
    <dgm:pt modelId="{7DFC5914-00D4-5E44-82E5-A772A4FF3000}" type="pres">
      <dgm:prSet presAssocID="{E6D0FB6C-1418-1F4B-AD9F-E7EB0BE108C5}" presName="level1Shape" presStyleLbl="node0" presStyleIdx="0" presStyleCnt="1" custScaleX="171339" custScaleY="147657">
        <dgm:presLayoutVars>
          <dgm:chPref val="3"/>
        </dgm:presLayoutVars>
      </dgm:prSet>
      <dgm:spPr/>
    </dgm:pt>
    <dgm:pt modelId="{DD7120C3-DEAB-5940-8775-4D47D513ABB0}" type="pres">
      <dgm:prSet presAssocID="{E6D0FB6C-1418-1F4B-AD9F-E7EB0BE108C5}" presName="hierChild2" presStyleCnt="0"/>
      <dgm:spPr/>
    </dgm:pt>
    <dgm:pt modelId="{DED87EEA-C4A3-1946-B757-D40E76C0D92E}" type="pres">
      <dgm:prSet presAssocID="{EC922C26-BFB3-CC46-9247-41286103E1D1}" presName="Name25" presStyleLbl="parChTrans1D2" presStyleIdx="0" presStyleCnt="3"/>
      <dgm:spPr/>
    </dgm:pt>
    <dgm:pt modelId="{35590961-7A86-8449-8813-300C4FFC02AF}" type="pres">
      <dgm:prSet presAssocID="{EC922C26-BFB3-CC46-9247-41286103E1D1}" presName="connTx" presStyleLbl="parChTrans1D2" presStyleIdx="0" presStyleCnt="3"/>
      <dgm:spPr/>
    </dgm:pt>
    <dgm:pt modelId="{2A008CBC-0CA0-714E-8536-14AFBB0E9C7E}" type="pres">
      <dgm:prSet presAssocID="{11CE9158-3B4B-324F-B014-4035A0BEF0F7}" presName="Name30" presStyleCnt="0"/>
      <dgm:spPr/>
    </dgm:pt>
    <dgm:pt modelId="{36F510B8-A041-5D46-8B1E-CBB7975002BA}" type="pres">
      <dgm:prSet presAssocID="{11CE9158-3B4B-324F-B014-4035A0BEF0F7}" presName="level2Shape" presStyleLbl="node2" presStyleIdx="0" presStyleCnt="3" custScaleX="162117" custScaleY="129142"/>
      <dgm:spPr/>
    </dgm:pt>
    <dgm:pt modelId="{2DCF6912-F652-A147-B05F-109FF642ED23}" type="pres">
      <dgm:prSet presAssocID="{11CE9158-3B4B-324F-B014-4035A0BEF0F7}" presName="hierChild3" presStyleCnt="0"/>
      <dgm:spPr/>
    </dgm:pt>
    <dgm:pt modelId="{90D42751-34D2-1244-BB2C-52179C61F56E}" type="pres">
      <dgm:prSet presAssocID="{73F23AB3-10A5-484D-89AD-E9B45F3A7796}" presName="Name25" presStyleLbl="parChTrans1D3" presStyleIdx="0" presStyleCnt="6"/>
      <dgm:spPr/>
    </dgm:pt>
    <dgm:pt modelId="{1B6300E3-1204-924A-BF91-B724E041204D}" type="pres">
      <dgm:prSet presAssocID="{73F23AB3-10A5-484D-89AD-E9B45F3A7796}" presName="connTx" presStyleLbl="parChTrans1D3" presStyleIdx="0" presStyleCnt="6"/>
      <dgm:spPr/>
    </dgm:pt>
    <dgm:pt modelId="{5D223DC0-3CB2-A14F-8410-E3A6D6C43991}" type="pres">
      <dgm:prSet presAssocID="{6C7948FB-0E8E-3F40-ACAB-2B69814AE112}" presName="Name30" presStyleCnt="0"/>
      <dgm:spPr/>
    </dgm:pt>
    <dgm:pt modelId="{7A1E4195-C245-484E-AC76-973CFAEAE3A8}" type="pres">
      <dgm:prSet presAssocID="{6C7948FB-0E8E-3F40-ACAB-2B69814AE112}" presName="level2Shape" presStyleLbl="node3" presStyleIdx="0" presStyleCnt="6" custScaleX="266368" custScaleY="95935"/>
      <dgm:spPr/>
    </dgm:pt>
    <dgm:pt modelId="{1BF662DF-481E-9A40-8B22-47E5764F25BF}" type="pres">
      <dgm:prSet presAssocID="{6C7948FB-0E8E-3F40-ACAB-2B69814AE112}" presName="hierChild3" presStyleCnt="0"/>
      <dgm:spPr/>
    </dgm:pt>
    <dgm:pt modelId="{86566A73-B09D-4941-BF19-CAEB6CE0834A}" type="pres">
      <dgm:prSet presAssocID="{A6666959-9631-BF47-A7E0-D00B715E00C8}" presName="Name25" presStyleLbl="parChTrans1D3" presStyleIdx="1" presStyleCnt="6"/>
      <dgm:spPr/>
    </dgm:pt>
    <dgm:pt modelId="{C32728AF-1B17-F34A-BA0F-18C0C5F58235}" type="pres">
      <dgm:prSet presAssocID="{A6666959-9631-BF47-A7E0-D00B715E00C8}" presName="connTx" presStyleLbl="parChTrans1D3" presStyleIdx="1" presStyleCnt="6"/>
      <dgm:spPr/>
    </dgm:pt>
    <dgm:pt modelId="{16A3DF0E-D4C5-8B40-AB79-E1B2F7B1BD3E}" type="pres">
      <dgm:prSet presAssocID="{0E15767B-4481-FB42-836A-00D947CFEAD6}" presName="Name30" presStyleCnt="0"/>
      <dgm:spPr/>
    </dgm:pt>
    <dgm:pt modelId="{5055A689-40DB-FE44-99E1-AADCA5A1A057}" type="pres">
      <dgm:prSet presAssocID="{0E15767B-4481-FB42-836A-00D947CFEAD6}" presName="level2Shape" presStyleLbl="node3" presStyleIdx="1" presStyleCnt="6" custScaleX="264552" custScaleY="80509"/>
      <dgm:spPr/>
    </dgm:pt>
    <dgm:pt modelId="{F6FC5EB0-5F54-FD4E-A345-A178D729780D}" type="pres">
      <dgm:prSet presAssocID="{0E15767B-4481-FB42-836A-00D947CFEAD6}" presName="hierChild3" presStyleCnt="0"/>
      <dgm:spPr/>
    </dgm:pt>
    <dgm:pt modelId="{50AB47E7-B005-5746-A7B3-6FE3BE79461A}" type="pres">
      <dgm:prSet presAssocID="{32CE654E-EA43-A84F-96BA-BD4619A085BD}" presName="Name25" presStyleLbl="parChTrans1D2" presStyleIdx="1" presStyleCnt="3"/>
      <dgm:spPr/>
    </dgm:pt>
    <dgm:pt modelId="{B5392BC2-7A3B-5444-9172-50B94FAE66E0}" type="pres">
      <dgm:prSet presAssocID="{32CE654E-EA43-A84F-96BA-BD4619A085BD}" presName="connTx" presStyleLbl="parChTrans1D2" presStyleIdx="1" presStyleCnt="3"/>
      <dgm:spPr/>
    </dgm:pt>
    <dgm:pt modelId="{7CE9D418-0696-4749-BA33-83DE1EF24C03}" type="pres">
      <dgm:prSet presAssocID="{4498418C-A7F7-9B42-BBEF-1CB548BA69A4}" presName="Name30" presStyleCnt="0"/>
      <dgm:spPr/>
    </dgm:pt>
    <dgm:pt modelId="{E6F98D37-E7E6-0147-97F1-0E6D5AE72490}" type="pres">
      <dgm:prSet presAssocID="{4498418C-A7F7-9B42-BBEF-1CB548BA69A4}" presName="level2Shape" presStyleLbl="node2" presStyleIdx="1" presStyleCnt="3" custScaleX="162270" custScaleY="147650"/>
      <dgm:spPr/>
    </dgm:pt>
    <dgm:pt modelId="{08C6B44F-111E-E046-AFC6-296F654033D5}" type="pres">
      <dgm:prSet presAssocID="{4498418C-A7F7-9B42-BBEF-1CB548BA69A4}" presName="hierChild3" presStyleCnt="0"/>
      <dgm:spPr/>
    </dgm:pt>
    <dgm:pt modelId="{0AEA679E-5994-FC4B-8EDB-F82EB0BC7AAB}" type="pres">
      <dgm:prSet presAssocID="{360466DD-7B22-7C4C-9CDD-08C77970A7E4}" presName="Name25" presStyleLbl="parChTrans1D3" presStyleIdx="2" presStyleCnt="6"/>
      <dgm:spPr/>
    </dgm:pt>
    <dgm:pt modelId="{489CD79C-EDE7-1E48-848F-B4768BEDB553}" type="pres">
      <dgm:prSet presAssocID="{360466DD-7B22-7C4C-9CDD-08C77970A7E4}" presName="connTx" presStyleLbl="parChTrans1D3" presStyleIdx="2" presStyleCnt="6"/>
      <dgm:spPr/>
    </dgm:pt>
    <dgm:pt modelId="{C5401FE3-880D-E54E-91AF-AB96713A2E68}" type="pres">
      <dgm:prSet presAssocID="{9746E518-3EBC-4E4C-A8A8-E883D7AEF87B}" presName="Name30" presStyleCnt="0"/>
      <dgm:spPr/>
    </dgm:pt>
    <dgm:pt modelId="{5323AC0D-B6A9-9042-90B8-03EB5BAACA76}" type="pres">
      <dgm:prSet presAssocID="{9746E518-3EBC-4E4C-A8A8-E883D7AEF87B}" presName="level2Shape" presStyleLbl="node3" presStyleIdx="2" presStyleCnt="6" custScaleX="303812" custScaleY="144926"/>
      <dgm:spPr/>
    </dgm:pt>
    <dgm:pt modelId="{78216F2C-B4B0-074A-9ACF-4C663D280DF0}" type="pres">
      <dgm:prSet presAssocID="{9746E518-3EBC-4E4C-A8A8-E883D7AEF87B}" presName="hierChild3" presStyleCnt="0"/>
      <dgm:spPr/>
    </dgm:pt>
    <dgm:pt modelId="{D7D60CA5-A6B8-1D47-8E5C-EACDBEA2E824}" type="pres">
      <dgm:prSet presAssocID="{B39F07CE-AAA7-8844-939A-E0A466A43D86}" presName="Name25" presStyleLbl="parChTrans1D3" presStyleIdx="3" presStyleCnt="6"/>
      <dgm:spPr/>
    </dgm:pt>
    <dgm:pt modelId="{1263949D-F50E-374B-B728-9AAAC75875C3}" type="pres">
      <dgm:prSet presAssocID="{B39F07CE-AAA7-8844-939A-E0A466A43D86}" presName="connTx" presStyleLbl="parChTrans1D3" presStyleIdx="3" presStyleCnt="6"/>
      <dgm:spPr/>
    </dgm:pt>
    <dgm:pt modelId="{48666B45-DA7E-0B49-80B0-5A1EE6B8006F}" type="pres">
      <dgm:prSet presAssocID="{7A834606-92E8-9E44-9E06-97756F9AC537}" presName="Name30" presStyleCnt="0"/>
      <dgm:spPr/>
    </dgm:pt>
    <dgm:pt modelId="{4F980B03-1192-B547-92C6-F97C0FB45D3D}" type="pres">
      <dgm:prSet presAssocID="{7A834606-92E8-9E44-9E06-97756F9AC537}" presName="level2Shape" presStyleLbl="node3" presStyleIdx="3" presStyleCnt="6" custScaleX="251267"/>
      <dgm:spPr/>
    </dgm:pt>
    <dgm:pt modelId="{FCF95569-C5FA-6144-BC0C-9451FF82B349}" type="pres">
      <dgm:prSet presAssocID="{7A834606-92E8-9E44-9E06-97756F9AC537}" presName="hierChild3" presStyleCnt="0"/>
      <dgm:spPr/>
    </dgm:pt>
    <dgm:pt modelId="{15B36F60-C95B-0149-879D-B91A7BD5E1F6}" type="pres">
      <dgm:prSet presAssocID="{526084D5-0254-6F4C-859E-49D9E08E9C07}" presName="Name25" presStyleLbl="parChTrans1D2" presStyleIdx="2" presStyleCnt="3"/>
      <dgm:spPr/>
    </dgm:pt>
    <dgm:pt modelId="{7470ADF4-8C9C-AF44-8056-E621819738A7}" type="pres">
      <dgm:prSet presAssocID="{526084D5-0254-6F4C-859E-49D9E08E9C07}" presName="connTx" presStyleLbl="parChTrans1D2" presStyleIdx="2" presStyleCnt="3"/>
      <dgm:spPr/>
    </dgm:pt>
    <dgm:pt modelId="{9A5068FD-2049-F84D-A459-121EFC34C82F}" type="pres">
      <dgm:prSet presAssocID="{F597EC6D-42F8-B645-8DB2-FAE7130E53E0}" presName="Name30" presStyleCnt="0"/>
      <dgm:spPr/>
    </dgm:pt>
    <dgm:pt modelId="{78E39EF2-0DB4-6543-9B8B-532633AC15FD}" type="pres">
      <dgm:prSet presAssocID="{F597EC6D-42F8-B645-8DB2-FAE7130E53E0}" presName="level2Shape" presStyleLbl="node2" presStyleIdx="2" presStyleCnt="3" custScaleX="162423" custScaleY="145612"/>
      <dgm:spPr/>
    </dgm:pt>
    <dgm:pt modelId="{31971096-DBEF-0D4E-ADF4-A29A8FF45582}" type="pres">
      <dgm:prSet presAssocID="{F597EC6D-42F8-B645-8DB2-FAE7130E53E0}" presName="hierChild3" presStyleCnt="0"/>
      <dgm:spPr/>
    </dgm:pt>
    <dgm:pt modelId="{C7D2A3A4-1762-BD4E-8083-EF21D9C37625}" type="pres">
      <dgm:prSet presAssocID="{52293A27-2C1E-5B4A-9385-AFF9ED054005}" presName="Name25" presStyleLbl="parChTrans1D3" presStyleIdx="4" presStyleCnt="6"/>
      <dgm:spPr/>
    </dgm:pt>
    <dgm:pt modelId="{B9BE391A-7F85-B844-B0B3-0A41A804B53F}" type="pres">
      <dgm:prSet presAssocID="{52293A27-2C1E-5B4A-9385-AFF9ED054005}" presName="connTx" presStyleLbl="parChTrans1D3" presStyleIdx="4" presStyleCnt="6"/>
      <dgm:spPr/>
    </dgm:pt>
    <dgm:pt modelId="{37796430-4AF1-B041-8077-2FD28180453E}" type="pres">
      <dgm:prSet presAssocID="{51CF45BA-9BE6-E146-B730-9C5CC5E198EB}" presName="Name30" presStyleCnt="0"/>
      <dgm:spPr/>
    </dgm:pt>
    <dgm:pt modelId="{2A99F375-85CF-D84C-969E-2B1DF5788B10}" type="pres">
      <dgm:prSet presAssocID="{51CF45BA-9BE6-E146-B730-9C5CC5E198EB}" presName="level2Shape" presStyleLbl="node3" presStyleIdx="4" presStyleCnt="6" custScaleX="451562"/>
      <dgm:spPr/>
    </dgm:pt>
    <dgm:pt modelId="{9EE3975E-CD96-3944-BCCF-AFA49EC02203}" type="pres">
      <dgm:prSet presAssocID="{51CF45BA-9BE6-E146-B730-9C5CC5E198EB}" presName="hierChild3" presStyleCnt="0"/>
      <dgm:spPr/>
    </dgm:pt>
    <dgm:pt modelId="{F82D8B69-C20B-7444-B080-ED36EC0A9098}" type="pres">
      <dgm:prSet presAssocID="{B9A47E05-A5AB-4E47-A8BC-9E89D5E9D8A4}" presName="Name25" presStyleLbl="parChTrans1D3" presStyleIdx="5" presStyleCnt="6"/>
      <dgm:spPr/>
    </dgm:pt>
    <dgm:pt modelId="{CA255766-A726-6140-947F-F88BAB3738FD}" type="pres">
      <dgm:prSet presAssocID="{B9A47E05-A5AB-4E47-A8BC-9E89D5E9D8A4}" presName="connTx" presStyleLbl="parChTrans1D3" presStyleIdx="5" presStyleCnt="6"/>
      <dgm:spPr/>
    </dgm:pt>
    <dgm:pt modelId="{4385810A-A8AD-2D48-A24A-F404211F9159}" type="pres">
      <dgm:prSet presAssocID="{AD7ED886-A9E6-524C-BE00-A23EC1E62CB2}" presName="Name30" presStyleCnt="0"/>
      <dgm:spPr/>
    </dgm:pt>
    <dgm:pt modelId="{7A6CD7B8-F067-6A4A-914C-31C5BB315342}" type="pres">
      <dgm:prSet presAssocID="{AD7ED886-A9E6-524C-BE00-A23EC1E62CB2}" presName="level2Shape" presStyleLbl="node3" presStyleIdx="5" presStyleCnt="6" custScaleX="394203"/>
      <dgm:spPr/>
    </dgm:pt>
    <dgm:pt modelId="{2E687B93-BD03-1342-B075-D84337871445}" type="pres">
      <dgm:prSet presAssocID="{AD7ED886-A9E6-524C-BE00-A23EC1E62CB2}" presName="hierChild3" presStyleCnt="0"/>
      <dgm:spPr/>
    </dgm:pt>
    <dgm:pt modelId="{2A1EBC13-8612-F249-91EA-FF5EC4FD6A0F}" type="pres">
      <dgm:prSet presAssocID="{9E3D4A2D-2A71-9B4B-A496-7A05DAF0A1C0}" presName="bgShapesFlow" presStyleCnt="0"/>
      <dgm:spPr/>
    </dgm:pt>
  </dgm:ptLst>
  <dgm:cxnLst>
    <dgm:cxn modelId="{D2F45909-D1DD-F943-9D5E-03F050887E60}" type="presOf" srcId="{4498418C-A7F7-9B42-BBEF-1CB548BA69A4}" destId="{E6F98D37-E7E6-0147-97F1-0E6D5AE72490}" srcOrd="0" destOrd="0" presId="urn:microsoft.com/office/officeart/2005/8/layout/hierarchy5"/>
    <dgm:cxn modelId="{E599AD0A-7717-154D-91BF-CFDB4A5564CE}" type="presOf" srcId="{360466DD-7B22-7C4C-9CDD-08C77970A7E4}" destId="{489CD79C-EDE7-1E48-848F-B4768BEDB553}" srcOrd="1" destOrd="0" presId="urn:microsoft.com/office/officeart/2005/8/layout/hierarchy5"/>
    <dgm:cxn modelId="{F669490B-B0FB-044F-95A3-10225145C805}" type="presOf" srcId="{7A834606-92E8-9E44-9E06-97756F9AC537}" destId="{4F980B03-1192-B547-92C6-F97C0FB45D3D}" srcOrd="0" destOrd="0" presId="urn:microsoft.com/office/officeart/2005/8/layout/hierarchy5"/>
    <dgm:cxn modelId="{B7510611-8D02-B34B-A510-BC8C9A8483B9}" type="presOf" srcId="{B9A47E05-A5AB-4E47-A8BC-9E89D5E9D8A4}" destId="{F82D8B69-C20B-7444-B080-ED36EC0A9098}" srcOrd="0" destOrd="0" presId="urn:microsoft.com/office/officeart/2005/8/layout/hierarchy5"/>
    <dgm:cxn modelId="{6FA84B13-39CD-764D-B5B8-B4CED11D1A39}" type="presOf" srcId="{11CE9158-3B4B-324F-B014-4035A0BEF0F7}" destId="{36F510B8-A041-5D46-8B1E-CBB7975002BA}" srcOrd="0" destOrd="0" presId="urn:microsoft.com/office/officeart/2005/8/layout/hierarchy5"/>
    <dgm:cxn modelId="{A3032F20-7CB6-FA4E-9431-F6D538A4EAEB}" type="presOf" srcId="{73F23AB3-10A5-484D-89AD-E9B45F3A7796}" destId="{1B6300E3-1204-924A-BF91-B724E041204D}" srcOrd="1" destOrd="0" presId="urn:microsoft.com/office/officeart/2005/8/layout/hierarchy5"/>
    <dgm:cxn modelId="{50B7202E-42E4-BE45-B204-07C67BCC7726}" srcId="{11CE9158-3B4B-324F-B014-4035A0BEF0F7}" destId="{0E15767B-4481-FB42-836A-00D947CFEAD6}" srcOrd="1" destOrd="0" parTransId="{A6666959-9631-BF47-A7E0-D00B715E00C8}" sibTransId="{552EA831-92D5-B143-B988-38E3D22E8B38}"/>
    <dgm:cxn modelId="{EFDBE942-6FD6-6242-ACA2-3CC0905CA8B8}" srcId="{9E3D4A2D-2A71-9B4B-A496-7A05DAF0A1C0}" destId="{E6D0FB6C-1418-1F4B-AD9F-E7EB0BE108C5}" srcOrd="0" destOrd="0" parTransId="{E98FA307-4A92-4E4F-BDE5-37F792DFB6D1}" sibTransId="{FECBE682-183F-8541-978C-00D14E54F836}"/>
    <dgm:cxn modelId="{75CF2547-A480-454B-84F0-657F48340209}" type="presOf" srcId="{A6666959-9631-BF47-A7E0-D00B715E00C8}" destId="{86566A73-B09D-4941-BF19-CAEB6CE0834A}" srcOrd="0" destOrd="0" presId="urn:microsoft.com/office/officeart/2005/8/layout/hierarchy5"/>
    <dgm:cxn modelId="{9F5FE249-464C-734E-9CF6-AA06743EA006}" type="presOf" srcId="{A6666959-9631-BF47-A7E0-D00B715E00C8}" destId="{C32728AF-1B17-F34A-BA0F-18C0C5F58235}" srcOrd="1" destOrd="0" presId="urn:microsoft.com/office/officeart/2005/8/layout/hierarchy5"/>
    <dgm:cxn modelId="{0801484D-F792-664B-B27A-E3B2BB6CF904}" type="presOf" srcId="{360466DD-7B22-7C4C-9CDD-08C77970A7E4}" destId="{0AEA679E-5994-FC4B-8EDB-F82EB0BC7AAB}" srcOrd="0" destOrd="0" presId="urn:microsoft.com/office/officeart/2005/8/layout/hierarchy5"/>
    <dgm:cxn modelId="{C473FE4E-09B4-6A43-B1B5-2D517194AB9C}" type="presOf" srcId="{EC922C26-BFB3-CC46-9247-41286103E1D1}" destId="{DED87EEA-C4A3-1946-B757-D40E76C0D92E}" srcOrd="0" destOrd="0" presId="urn:microsoft.com/office/officeart/2005/8/layout/hierarchy5"/>
    <dgm:cxn modelId="{AD47DC53-3E4A-034A-9981-FE6292EB6AE1}" type="presOf" srcId="{52293A27-2C1E-5B4A-9385-AFF9ED054005}" destId="{C7D2A3A4-1762-BD4E-8083-EF21D9C37625}" srcOrd="0" destOrd="0" presId="urn:microsoft.com/office/officeart/2005/8/layout/hierarchy5"/>
    <dgm:cxn modelId="{3B4DA754-9503-3243-B3D4-5D2D72D006B6}" type="presOf" srcId="{B9A47E05-A5AB-4E47-A8BC-9E89D5E9D8A4}" destId="{CA255766-A726-6140-947F-F88BAB3738FD}" srcOrd="1" destOrd="0" presId="urn:microsoft.com/office/officeart/2005/8/layout/hierarchy5"/>
    <dgm:cxn modelId="{02B4E576-DA6D-B14B-8237-362F42A0ADA9}" type="presOf" srcId="{0E15767B-4481-FB42-836A-00D947CFEAD6}" destId="{5055A689-40DB-FE44-99E1-AADCA5A1A057}" srcOrd="0" destOrd="0" presId="urn:microsoft.com/office/officeart/2005/8/layout/hierarchy5"/>
    <dgm:cxn modelId="{396A967F-A28A-7744-A853-D0950D6E209B}" type="presOf" srcId="{73F23AB3-10A5-484D-89AD-E9B45F3A7796}" destId="{90D42751-34D2-1244-BB2C-52179C61F56E}" srcOrd="0" destOrd="0" presId="urn:microsoft.com/office/officeart/2005/8/layout/hierarchy5"/>
    <dgm:cxn modelId="{F1123484-6071-EA42-83F4-39069049ABDE}" type="presOf" srcId="{E6D0FB6C-1418-1F4B-AD9F-E7EB0BE108C5}" destId="{7DFC5914-00D4-5E44-82E5-A772A4FF3000}" srcOrd="0" destOrd="0" presId="urn:microsoft.com/office/officeart/2005/8/layout/hierarchy5"/>
    <dgm:cxn modelId="{56548D8B-6DB1-F74B-A7FF-0188ED4B57E4}" srcId="{F597EC6D-42F8-B645-8DB2-FAE7130E53E0}" destId="{AD7ED886-A9E6-524C-BE00-A23EC1E62CB2}" srcOrd="1" destOrd="0" parTransId="{B9A47E05-A5AB-4E47-A8BC-9E89D5E9D8A4}" sibTransId="{4F886752-4164-B446-AA9E-E65951AC53DF}"/>
    <dgm:cxn modelId="{0F75D790-ED32-4444-8D05-3AF7BF244DEF}" type="presOf" srcId="{526084D5-0254-6F4C-859E-49D9E08E9C07}" destId="{7470ADF4-8C9C-AF44-8056-E621819738A7}" srcOrd="1" destOrd="0" presId="urn:microsoft.com/office/officeart/2005/8/layout/hierarchy5"/>
    <dgm:cxn modelId="{8914819D-602D-F943-B697-5E3C9BCA4F64}" type="presOf" srcId="{9E3D4A2D-2A71-9B4B-A496-7A05DAF0A1C0}" destId="{403DC18F-EFD6-5249-A90F-1F282DDB3021}" srcOrd="0" destOrd="0" presId="urn:microsoft.com/office/officeart/2005/8/layout/hierarchy5"/>
    <dgm:cxn modelId="{5A912CA9-2C05-354C-8393-A948C44A4B0E}" srcId="{E6D0FB6C-1418-1F4B-AD9F-E7EB0BE108C5}" destId="{11CE9158-3B4B-324F-B014-4035A0BEF0F7}" srcOrd="0" destOrd="0" parTransId="{EC922C26-BFB3-CC46-9247-41286103E1D1}" sibTransId="{B5D9CAFA-8817-1348-9F03-07AFC3480E39}"/>
    <dgm:cxn modelId="{198BDEAC-D1B0-D042-A60A-61E0F56838CD}" srcId="{4498418C-A7F7-9B42-BBEF-1CB548BA69A4}" destId="{7A834606-92E8-9E44-9E06-97756F9AC537}" srcOrd="1" destOrd="0" parTransId="{B39F07CE-AAA7-8844-939A-E0A466A43D86}" sibTransId="{E89780DE-E5D5-484A-828E-B3BAA9FF79F9}"/>
    <dgm:cxn modelId="{CDB1B0AD-9F25-1347-9C52-05D31189CA8E}" type="presOf" srcId="{EC922C26-BFB3-CC46-9247-41286103E1D1}" destId="{35590961-7A86-8449-8813-300C4FFC02AF}" srcOrd="1" destOrd="0" presId="urn:microsoft.com/office/officeart/2005/8/layout/hierarchy5"/>
    <dgm:cxn modelId="{85D61AB6-1F86-C54D-BD02-9527CB39BE12}" srcId="{11CE9158-3B4B-324F-B014-4035A0BEF0F7}" destId="{6C7948FB-0E8E-3F40-ACAB-2B69814AE112}" srcOrd="0" destOrd="0" parTransId="{73F23AB3-10A5-484D-89AD-E9B45F3A7796}" sibTransId="{CE0861D8-4B36-D64B-96ED-8473AC8D65D5}"/>
    <dgm:cxn modelId="{843BC1B9-E7DF-584F-93F4-823134AC6C35}" type="presOf" srcId="{6C7948FB-0E8E-3F40-ACAB-2B69814AE112}" destId="{7A1E4195-C245-484E-AC76-973CFAEAE3A8}" srcOrd="0" destOrd="0" presId="urn:microsoft.com/office/officeart/2005/8/layout/hierarchy5"/>
    <dgm:cxn modelId="{F4C35EBA-608F-8543-9543-2508BB114F6B}" type="presOf" srcId="{9746E518-3EBC-4E4C-A8A8-E883D7AEF87B}" destId="{5323AC0D-B6A9-9042-90B8-03EB5BAACA76}" srcOrd="0" destOrd="0" presId="urn:microsoft.com/office/officeart/2005/8/layout/hierarchy5"/>
    <dgm:cxn modelId="{1B450DC9-CD28-9845-BB1A-BB1B7D09E485}" type="presOf" srcId="{B39F07CE-AAA7-8844-939A-E0A466A43D86}" destId="{D7D60CA5-A6B8-1D47-8E5C-EACDBEA2E824}" srcOrd="0" destOrd="0" presId="urn:microsoft.com/office/officeart/2005/8/layout/hierarchy5"/>
    <dgm:cxn modelId="{836AF0CD-9BEE-8A43-A841-6C4E7400ECF0}" srcId="{E6D0FB6C-1418-1F4B-AD9F-E7EB0BE108C5}" destId="{4498418C-A7F7-9B42-BBEF-1CB548BA69A4}" srcOrd="1" destOrd="0" parTransId="{32CE654E-EA43-A84F-96BA-BD4619A085BD}" sibTransId="{82AE1DD6-D6F1-DA4C-AFAB-844800A111F2}"/>
    <dgm:cxn modelId="{E92A50D0-BACD-6340-9B6A-FA0F75B250BB}" type="presOf" srcId="{32CE654E-EA43-A84F-96BA-BD4619A085BD}" destId="{50AB47E7-B005-5746-A7B3-6FE3BE79461A}" srcOrd="0" destOrd="0" presId="urn:microsoft.com/office/officeart/2005/8/layout/hierarchy5"/>
    <dgm:cxn modelId="{D2CD6DD1-1D86-5F49-84A8-2E12A59900BC}" type="presOf" srcId="{F597EC6D-42F8-B645-8DB2-FAE7130E53E0}" destId="{78E39EF2-0DB4-6543-9B8B-532633AC15FD}" srcOrd="0" destOrd="0" presId="urn:microsoft.com/office/officeart/2005/8/layout/hierarchy5"/>
    <dgm:cxn modelId="{D2EFCFD6-B4CD-CC45-93E4-3D2FE9925008}" type="presOf" srcId="{B39F07CE-AAA7-8844-939A-E0A466A43D86}" destId="{1263949D-F50E-374B-B728-9AAAC75875C3}" srcOrd="1" destOrd="0" presId="urn:microsoft.com/office/officeart/2005/8/layout/hierarchy5"/>
    <dgm:cxn modelId="{BCDA70DC-66E3-4042-A1DF-AE56D70D8719}" type="presOf" srcId="{51CF45BA-9BE6-E146-B730-9C5CC5E198EB}" destId="{2A99F375-85CF-D84C-969E-2B1DF5788B10}" srcOrd="0" destOrd="0" presId="urn:microsoft.com/office/officeart/2005/8/layout/hierarchy5"/>
    <dgm:cxn modelId="{87B81EDF-D19D-634C-A112-936B358E3D6F}" srcId="{E6D0FB6C-1418-1F4B-AD9F-E7EB0BE108C5}" destId="{F597EC6D-42F8-B645-8DB2-FAE7130E53E0}" srcOrd="2" destOrd="0" parTransId="{526084D5-0254-6F4C-859E-49D9E08E9C07}" sibTransId="{FF874DA0-91FD-FC4E-9926-11BA912C2EE4}"/>
    <dgm:cxn modelId="{85C539E2-0389-E849-8B61-0B9CEDBD50EC}" type="presOf" srcId="{526084D5-0254-6F4C-859E-49D9E08E9C07}" destId="{15B36F60-C95B-0149-879D-B91A7BD5E1F6}" srcOrd="0" destOrd="0" presId="urn:microsoft.com/office/officeart/2005/8/layout/hierarchy5"/>
    <dgm:cxn modelId="{79D7D3ED-FD35-204C-8536-6E66235AA2D1}" type="presOf" srcId="{32CE654E-EA43-A84F-96BA-BD4619A085BD}" destId="{B5392BC2-7A3B-5444-9172-50B94FAE66E0}" srcOrd="1" destOrd="0" presId="urn:microsoft.com/office/officeart/2005/8/layout/hierarchy5"/>
    <dgm:cxn modelId="{156C2DF2-FB68-9142-926A-700C6B6503E7}" type="presOf" srcId="{52293A27-2C1E-5B4A-9385-AFF9ED054005}" destId="{B9BE391A-7F85-B844-B0B3-0A41A804B53F}" srcOrd="1" destOrd="0" presId="urn:microsoft.com/office/officeart/2005/8/layout/hierarchy5"/>
    <dgm:cxn modelId="{DA2A35F2-A03B-5646-AA79-D525CCC7FCFA}" srcId="{4498418C-A7F7-9B42-BBEF-1CB548BA69A4}" destId="{9746E518-3EBC-4E4C-A8A8-E883D7AEF87B}" srcOrd="0" destOrd="0" parTransId="{360466DD-7B22-7C4C-9CDD-08C77970A7E4}" sibTransId="{A55E7EE4-E679-4C47-A15F-028FED2A22BE}"/>
    <dgm:cxn modelId="{5DBBF8F3-7B1F-9841-B2EB-ECBEC3487205}" type="presOf" srcId="{AD7ED886-A9E6-524C-BE00-A23EC1E62CB2}" destId="{7A6CD7B8-F067-6A4A-914C-31C5BB315342}" srcOrd="0" destOrd="0" presId="urn:microsoft.com/office/officeart/2005/8/layout/hierarchy5"/>
    <dgm:cxn modelId="{118A50FF-FDDD-3640-A226-C9EF5CD7C02A}" srcId="{F597EC6D-42F8-B645-8DB2-FAE7130E53E0}" destId="{51CF45BA-9BE6-E146-B730-9C5CC5E198EB}" srcOrd="0" destOrd="0" parTransId="{52293A27-2C1E-5B4A-9385-AFF9ED054005}" sibTransId="{1AA9CCD7-44DB-974E-93EB-A9BCFED2D839}"/>
    <dgm:cxn modelId="{23A8DC6B-5F62-8D43-807B-D34BDD1821C1}" type="presParOf" srcId="{403DC18F-EFD6-5249-A90F-1F282DDB3021}" destId="{F8E21EF3-C9B8-CD42-8BC0-283E7D9961B8}" srcOrd="0" destOrd="0" presId="urn:microsoft.com/office/officeart/2005/8/layout/hierarchy5"/>
    <dgm:cxn modelId="{04875E59-2437-F141-8671-4D3CA1887108}" type="presParOf" srcId="{F8E21EF3-C9B8-CD42-8BC0-283E7D9961B8}" destId="{C19556E2-5593-5444-ACA0-0997381EA327}" srcOrd="0" destOrd="0" presId="urn:microsoft.com/office/officeart/2005/8/layout/hierarchy5"/>
    <dgm:cxn modelId="{DCB33401-7527-6B4C-8F85-96B2EDD0AA1B}" type="presParOf" srcId="{C19556E2-5593-5444-ACA0-0997381EA327}" destId="{D7F45DAF-04AC-E54B-96D6-A0D3DB7C84A7}" srcOrd="0" destOrd="0" presId="urn:microsoft.com/office/officeart/2005/8/layout/hierarchy5"/>
    <dgm:cxn modelId="{120CFC84-8486-E24A-A070-AD4B2DFC916E}" type="presParOf" srcId="{D7F45DAF-04AC-E54B-96D6-A0D3DB7C84A7}" destId="{7DFC5914-00D4-5E44-82E5-A772A4FF3000}" srcOrd="0" destOrd="0" presId="urn:microsoft.com/office/officeart/2005/8/layout/hierarchy5"/>
    <dgm:cxn modelId="{DD0612FD-F4D2-D348-A3F8-734C9938197A}" type="presParOf" srcId="{D7F45DAF-04AC-E54B-96D6-A0D3DB7C84A7}" destId="{DD7120C3-DEAB-5940-8775-4D47D513ABB0}" srcOrd="1" destOrd="0" presId="urn:microsoft.com/office/officeart/2005/8/layout/hierarchy5"/>
    <dgm:cxn modelId="{FC78BC74-9F11-514C-BBC0-CE353D4E7FA5}" type="presParOf" srcId="{DD7120C3-DEAB-5940-8775-4D47D513ABB0}" destId="{DED87EEA-C4A3-1946-B757-D40E76C0D92E}" srcOrd="0" destOrd="0" presId="urn:microsoft.com/office/officeart/2005/8/layout/hierarchy5"/>
    <dgm:cxn modelId="{5CABA24A-356A-7340-8D7B-492FA25DD2FE}" type="presParOf" srcId="{DED87EEA-C4A3-1946-B757-D40E76C0D92E}" destId="{35590961-7A86-8449-8813-300C4FFC02AF}" srcOrd="0" destOrd="0" presId="urn:microsoft.com/office/officeart/2005/8/layout/hierarchy5"/>
    <dgm:cxn modelId="{F080690E-F026-554E-BEA2-03594F8637CD}" type="presParOf" srcId="{DD7120C3-DEAB-5940-8775-4D47D513ABB0}" destId="{2A008CBC-0CA0-714E-8536-14AFBB0E9C7E}" srcOrd="1" destOrd="0" presId="urn:microsoft.com/office/officeart/2005/8/layout/hierarchy5"/>
    <dgm:cxn modelId="{4B3D092A-57AB-6542-A3F1-AA6F2F5B5E01}" type="presParOf" srcId="{2A008CBC-0CA0-714E-8536-14AFBB0E9C7E}" destId="{36F510B8-A041-5D46-8B1E-CBB7975002BA}" srcOrd="0" destOrd="0" presId="urn:microsoft.com/office/officeart/2005/8/layout/hierarchy5"/>
    <dgm:cxn modelId="{8889B87D-4848-424B-8A46-4A725ABDF053}" type="presParOf" srcId="{2A008CBC-0CA0-714E-8536-14AFBB0E9C7E}" destId="{2DCF6912-F652-A147-B05F-109FF642ED23}" srcOrd="1" destOrd="0" presId="urn:microsoft.com/office/officeart/2005/8/layout/hierarchy5"/>
    <dgm:cxn modelId="{5EF9656D-748B-8F4F-BC93-35E06C2855AE}" type="presParOf" srcId="{2DCF6912-F652-A147-B05F-109FF642ED23}" destId="{90D42751-34D2-1244-BB2C-52179C61F56E}" srcOrd="0" destOrd="0" presId="urn:microsoft.com/office/officeart/2005/8/layout/hierarchy5"/>
    <dgm:cxn modelId="{1D506D00-9304-C54A-88D2-C52CB44E4B0A}" type="presParOf" srcId="{90D42751-34D2-1244-BB2C-52179C61F56E}" destId="{1B6300E3-1204-924A-BF91-B724E041204D}" srcOrd="0" destOrd="0" presId="urn:microsoft.com/office/officeart/2005/8/layout/hierarchy5"/>
    <dgm:cxn modelId="{83B24498-5BA1-FB42-9587-79C835776F7F}" type="presParOf" srcId="{2DCF6912-F652-A147-B05F-109FF642ED23}" destId="{5D223DC0-3CB2-A14F-8410-E3A6D6C43991}" srcOrd="1" destOrd="0" presId="urn:microsoft.com/office/officeart/2005/8/layout/hierarchy5"/>
    <dgm:cxn modelId="{78E9A160-FC38-4A44-A467-878D747777A2}" type="presParOf" srcId="{5D223DC0-3CB2-A14F-8410-E3A6D6C43991}" destId="{7A1E4195-C245-484E-AC76-973CFAEAE3A8}" srcOrd="0" destOrd="0" presId="urn:microsoft.com/office/officeart/2005/8/layout/hierarchy5"/>
    <dgm:cxn modelId="{4016C928-6A69-FA44-A0B3-DA1C2BCB06A5}" type="presParOf" srcId="{5D223DC0-3CB2-A14F-8410-E3A6D6C43991}" destId="{1BF662DF-481E-9A40-8B22-47E5764F25BF}" srcOrd="1" destOrd="0" presId="urn:microsoft.com/office/officeart/2005/8/layout/hierarchy5"/>
    <dgm:cxn modelId="{3978AD88-085E-844C-A9EE-40237C36F33D}" type="presParOf" srcId="{2DCF6912-F652-A147-B05F-109FF642ED23}" destId="{86566A73-B09D-4941-BF19-CAEB6CE0834A}" srcOrd="2" destOrd="0" presId="urn:microsoft.com/office/officeart/2005/8/layout/hierarchy5"/>
    <dgm:cxn modelId="{406BB814-202E-CA42-A1FE-CC6CCD2E89E3}" type="presParOf" srcId="{86566A73-B09D-4941-BF19-CAEB6CE0834A}" destId="{C32728AF-1B17-F34A-BA0F-18C0C5F58235}" srcOrd="0" destOrd="0" presId="urn:microsoft.com/office/officeart/2005/8/layout/hierarchy5"/>
    <dgm:cxn modelId="{225789EA-0002-2E4E-9D57-134501BB6FBB}" type="presParOf" srcId="{2DCF6912-F652-A147-B05F-109FF642ED23}" destId="{16A3DF0E-D4C5-8B40-AB79-E1B2F7B1BD3E}" srcOrd="3" destOrd="0" presId="urn:microsoft.com/office/officeart/2005/8/layout/hierarchy5"/>
    <dgm:cxn modelId="{091D5685-1716-474F-ACF4-31B83DEAB084}" type="presParOf" srcId="{16A3DF0E-D4C5-8B40-AB79-E1B2F7B1BD3E}" destId="{5055A689-40DB-FE44-99E1-AADCA5A1A057}" srcOrd="0" destOrd="0" presId="urn:microsoft.com/office/officeart/2005/8/layout/hierarchy5"/>
    <dgm:cxn modelId="{CFE78B9A-A369-AA48-8597-1D4B9A37CE1A}" type="presParOf" srcId="{16A3DF0E-D4C5-8B40-AB79-E1B2F7B1BD3E}" destId="{F6FC5EB0-5F54-FD4E-A345-A178D729780D}" srcOrd="1" destOrd="0" presId="urn:microsoft.com/office/officeart/2005/8/layout/hierarchy5"/>
    <dgm:cxn modelId="{3794F823-4DD2-DC4D-8762-C2944AEEB3DD}" type="presParOf" srcId="{DD7120C3-DEAB-5940-8775-4D47D513ABB0}" destId="{50AB47E7-B005-5746-A7B3-6FE3BE79461A}" srcOrd="2" destOrd="0" presId="urn:microsoft.com/office/officeart/2005/8/layout/hierarchy5"/>
    <dgm:cxn modelId="{11CB064B-9D90-7C41-9DC0-0475C551DA34}" type="presParOf" srcId="{50AB47E7-B005-5746-A7B3-6FE3BE79461A}" destId="{B5392BC2-7A3B-5444-9172-50B94FAE66E0}" srcOrd="0" destOrd="0" presId="urn:microsoft.com/office/officeart/2005/8/layout/hierarchy5"/>
    <dgm:cxn modelId="{010525A7-A749-2F4A-A071-368DC2A6167C}" type="presParOf" srcId="{DD7120C3-DEAB-5940-8775-4D47D513ABB0}" destId="{7CE9D418-0696-4749-BA33-83DE1EF24C03}" srcOrd="3" destOrd="0" presId="urn:microsoft.com/office/officeart/2005/8/layout/hierarchy5"/>
    <dgm:cxn modelId="{1F87B75A-E6B9-2743-A77D-CFB931938924}" type="presParOf" srcId="{7CE9D418-0696-4749-BA33-83DE1EF24C03}" destId="{E6F98D37-E7E6-0147-97F1-0E6D5AE72490}" srcOrd="0" destOrd="0" presId="urn:microsoft.com/office/officeart/2005/8/layout/hierarchy5"/>
    <dgm:cxn modelId="{75CBF5E4-2B95-3F4F-ADCD-767E505A154C}" type="presParOf" srcId="{7CE9D418-0696-4749-BA33-83DE1EF24C03}" destId="{08C6B44F-111E-E046-AFC6-296F654033D5}" srcOrd="1" destOrd="0" presId="urn:microsoft.com/office/officeart/2005/8/layout/hierarchy5"/>
    <dgm:cxn modelId="{92266F6A-65A7-8D4B-866E-A342650F64EC}" type="presParOf" srcId="{08C6B44F-111E-E046-AFC6-296F654033D5}" destId="{0AEA679E-5994-FC4B-8EDB-F82EB0BC7AAB}" srcOrd="0" destOrd="0" presId="urn:microsoft.com/office/officeart/2005/8/layout/hierarchy5"/>
    <dgm:cxn modelId="{A2A6AB56-7F82-0746-B6B1-B113517A9330}" type="presParOf" srcId="{0AEA679E-5994-FC4B-8EDB-F82EB0BC7AAB}" destId="{489CD79C-EDE7-1E48-848F-B4768BEDB553}" srcOrd="0" destOrd="0" presId="urn:microsoft.com/office/officeart/2005/8/layout/hierarchy5"/>
    <dgm:cxn modelId="{531B398F-C32B-E443-88A2-74E903C551D7}" type="presParOf" srcId="{08C6B44F-111E-E046-AFC6-296F654033D5}" destId="{C5401FE3-880D-E54E-91AF-AB96713A2E68}" srcOrd="1" destOrd="0" presId="urn:microsoft.com/office/officeart/2005/8/layout/hierarchy5"/>
    <dgm:cxn modelId="{F118BB8F-9AB8-334C-9DCD-A7D6291B7385}" type="presParOf" srcId="{C5401FE3-880D-E54E-91AF-AB96713A2E68}" destId="{5323AC0D-B6A9-9042-90B8-03EB5BAACA76}" srcOrd="0" destOrd="0" presId="urn:microsoft.com/office/officeart/2005/8/layout/hierarchy5"/>
    <dgm:cxn modelId="{B7778A21-0DBE-4748-80A9-670E9B3E1026}" type="presParOf" srcId="{C5401FE3-880D-E54E-91AF-AB96713A2E68}" destId="{78216F2C-B4B0-074A-9ACF-4C663D280DF0}" srcOrd="1" destOrd="0" presId="urn:microsoft.com/office/officeart/2005/8/layout/hierarchy5"/>
    <dgm:cxn modelId="{426B5DB8-D51C-F444-B1DC-D85C4DA21C4E}" type="presParOf" srcId="{08C6B44F-111E-E046-AFC6-296F654033D5}" destId="{D7D60CA5-A6B8-1D47-8E5C-EACDBEA2E824}" srcOrd="2" destOrd="0" presId="urn:microsoft.com/office/officeart/2005/8/layout/hierarchy5"/>
    <dgm:cxn modelId="{6DF9A3FE-43C4-1646-B947-FD1CC8A0D9C9}" type="presParOf" srcId="{D7D60CA5-A6B8-1D47-8E5C-EACDBEA2E824}" destId="{1263949D-F50E-374B-B728-9AAAC75875C3}" srcOrd="0" destOrd="0" presId="urn:microsoft.com/office/officeart/2005/8/layout/hierarchy5"/>
    <dgm:cxn modelId="{69006A8C-435D-AC4E-ACDE-9B9DDCDBF0EF}" type="presParOf" srcId="{08C6B44F-111E-E046-AFC6-296F654033D5}" destId="{48666B45-DA7E-0B49-80B0-5A1EE6B8006F}" srcOrd="3" destOrd="0" presId="urn:microsoft.com/office/officeart/2005/8/layout/hierarchy5"/>
    <dgm:cxn modelId="{E5FAC13D-FA58-D240-9BD6-9C8AE68E8D95}" type="presParOf" srcId="{48666B45-DA7E-0B49-80B0-5A1EE6B8006F}" destId="{4F980B03-1192-B547-92C6-F97C0FB45D3D}" srcOrd="0" destOrd="0" presId="urn:microsoft.com/office/officeart/2005/8/layout/hierarchy5"/>
    <dgm:cxn modelId="{2217663C-69FE-4F40-9967-27A8A7B3B7D6}" type="presParOf" srcId="{48666B45-DA7E-0B49-80B0-5A1EE6B8006F}" destId="{FCF95569-C5FA-6144-BC0C-9451FF82B349}" srcOrd="1" destOrd="0" presId="urn:microsoft.com/office/officeart/2005/8/layout/hierarchy5"/>
    <dgm:cxn modelId="{835BE2BE-6AB8-CC4B-9E37-7853907A16AD}" type="presParOf" srcId="{DD7120C3-DEAB-5940-8775-4D47D513ABB0}" destId="{15B36F60-C95B-0149-879D-B91A7BD5E1F6}" srcOrd="4" destOrd="0" presId="urn:microsoft.com/office/officeart/2005/8/layout/hierarchy5"/>
    <dgm:cxn modelId="{A75AC99D-54F2-A340-9DAF-734B89FDF35B}" type="presParOf" srcId="{15B36F60-C95B-0149-879D-B91A7BD5E1F6}" destId="{7470ADF4-8C9C-AF44-8056-E621819738A7}" srcOrd="0" destOrd="0" presId="urn:microsoft.com/office/officeart/2005/8/layout/hierarchy5"/>
    <dgm:cxn modelId="{AC9EB0C5-6C23-FE45-9C4B-56814CCDB580}" type="presParOf" srcId="{DD7120C3-DEAB-5940-8775-4D47D513ABB0}" destId="{9A5068FD-2049-F84D-A459-121EFC34C82F}" srcOrd="5" destOrd="0" presId="urn:microsoft.com/office/officeart/2005/8/layout/hierarchy5"/>
    <dgm:cxn modelId="{2703B70B-B0B1-334B-B20D-5320DBB9BC5A}" type="presParOf" srcId="{9A5068FD-2049-F84D-A459-121EFC34C82F}" destId="{78E39EF2-0DB4-6543-9B8B-532633AC15FD}" srcOrd="0" destOrd="0" presId="urn:microsoft.com/office/officeart/2005/8/layout/hierarchy5"/>
    <dgm:cxn modelId="{97D6409F-902A-604B-B5C8-25D46D1AD9F3}" type="presParOf" srcId="{9A5068FD-2049-F84D-A459-121EFC34C82F}" destId="{31971096-DBEF-0D4E-ADF4-A29A8FF45582}" srcOrd="1" destOrd="0" presId="urn:microsoft.com/office/officeart/2005/8/layout/hierarchy5"/>
    <dgm:cxn modelId="{10A89800-B842-224A-956F-D46D11B2CA08}" type="presParOf" srcId="{31971096-DBEF-0D4E-ADF4-A29A8FF45582}" destId="{C7D2A3A4-1762-BD4E-8083-EF21D9C37625}" srcOrd="0" destOrd="0" presId="urn:microsoft.com/office/officeart/2005/8/layout/hierarchy5"/>
    <dgm:cxn modelId="{2D950EC7-ECFE-1F40-B7FB-A9921AC72F09}" type="presParOf" srcId="{C7D2A3A4-1762-BD4E-8083-EF21D9C37625}" destId="{B9BE391A-7F85-B844-B0B3-0A41A804B53F}" srcOrd="0" destOrd="0" presId="urn:microsoft.com/office/officeart/2005/8/layout/hierarchy5"/>
    <dgm:cxn modelId="{05F51405-3E83-024A-B1A2-02F12F7D135A}" type="presParOf" srcId="{31971096-DBEF-0D4E-ADF4-A29A8FF45582}" destId="{37796430-4AF1-B041-8077-2FD28180453E}" srcOrd="1" destOrd="0" presId="urn:microsoft.com/office/officeart/2005/8/layout/hierarchy5"/>
    <dgm:cxn modelId="{5C9083BC-699C-6541-8C09-E6A4ECAA0B00}" type="presParOf" srcId="{37796430-4AF1-B041-8077-2FD28180453E}" destId="{2A99F375-85CF-D84C-969E-2B1DF5788B10}" srcOrd="0" destOrd="0" presId="urn:microsoft.com/office/officeart/2005/8/layout/hierarchy5"/>
    <dgm:cxn modelId="{39AE4018-E3F7-BD43-A587-175158B95490}" type="presParOf" srcId="{37796430-4AF1-B041-8077-2FD28180453E}" destId="{9EE3975E-CD96-3944-BCCF-AFA49EC02203}" srcOrd="1" destOrd="0" presId="urn:microsoft.com/office/officeart/2005/8/layout/hierarchy5"/>
    <dgm:cxn modelId="{B40AFF55-58D7-284D-90D4-454BE26FEC5D}" type="presParOf" srcId="{31971096-DBEF-0D4E-ADF4-A29A8FF45582}" destId="{F82D8B69-C20B-7444-B080-ED36EC0A9098}" srcOrd="2" destOrd="0" presId="urn:microsoft.com/office/officeart/2005/8/layout/hierarchy5"/>
    <dgm:cxn modelId="{B22DF744-5E0E-6747-B44D-40563D67FEE1}" type="presParOf" srcId="{F82D8B69-C20B-7444-B080-ED36EC0A9098}" destId="{CA255766-A726-6140-947F-F88BAB3738FD}" srcOrd="0" destOrd="0" presId="urn:microsoft.com/office/officeart/2005/8/layout/hierarchy5"/>
    <dgm:cxn modelId="{A722B4D8-81F1-E84B-86E1-A04A6DF4B626}" type="presParOf" srcId="{31971096-DBEF-0D4E-ADF4-A29A8FF45582}" destId="{4385810A-A8AD-2D48-A24A-F404211F9159}" srcOrd="3" destOrd="0" presId="urn:microsoft.com/office/officeart/2005/8/layout/hierarchy5"/>
    <dgm:cxn modelId="{705B764D-BE4A-DD48-B6C6-362BC01089E2}" type="presParOf" srcId="{4385810A-A8AD-2D48-A24A-F404211F9159}" destId="{7A6CD7B8-F067-6A4A-914C-31C5BB315342}" srcOrd="0" destOrd="0" presId="urn:microsoft.com/office/officeart/2005/8/layout/hierarchy5"/>
    <dgm:cxn modelId="{C4AB1829-529B-C04F-95A3-1AA5E0CDD146}" type="presParOf" srcId="{4385810A-A8AD-2D48-A24A-F404211F9159}" destId="{2E687B93-BD03-1342-B075-D84337871445}" srcOrd="1" destOrd="0" presId="urn:microsoft.com/office/officeart/2005/8/layout/hierarchy5"/>
    <dgm:cxn modelId="{D5FDA89B-E301-B14E-8785-240E3E328742}" type="presParOf" srcId="{403DC18F-EFD6-5249-A90F-1F282DDB3021}" destId="{2A1EBC13-8612-F249-91EA-FF5EC4FD6A0F}" srcOrd="1" destOrd="0" presId="urn:microsoft.com/office/officeart/2005/8/layout/hierarchy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C5914-00D4-5E44-82E5-A772A4FF3000}">
      <dsp:nvSpPr>
        <dsp:cNvPr id="0" name=""/>
        <dsp:cNvSpPr/>
      </dsp:nvSpPr>
      <dsp:spPr>
        <a:xfrm>
          <a:off x="4395" y="2138308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 veranderlijke  </a:t>
          </a:r>
        </a:p>
      </dsp:txBody>
      <dsp:txXfrm>
        <a:off x="39970" y="2173883"/>
        <a:ext cx="2358075" cy="1143462"/>
      </dsp:txXfrm>
    </dsp:sp>
    <dsp:sp modelId="{DED87EEA-C4A3-1946-B757-D40E76C0D92E}">
      <dsp:nvSpPr>
        <dsp:cNvPr id="0" name=""/>
        <dsp:cNvSpPr/>
      </dsp:nvSpPr>
      <dsp:spPr>
        <a:xfrm rot="18289469">
          <a:off x="2068694" y="2027305"/>
          <a:ext cx="1701542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701542" y="19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2876927" y="2004674"/>
        <a:ext cx="85077" cy="85077"/>
      </dsp:txXfrm>
    </dsp:sp>
    <dsp:sp modelId="{36F510B8-A041-5D46-8B1E-CBB7975002BA}">
      <dsp:nvSpPr>
        <dsp:cNvPr id="0" name=""/>
        <dsp:cNvSpPr/>
      </dsp:nvSpPr>
      <dsp:spPr>
        <a:xfrm>
          <a:off x="3405311" y="741503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</a:t>
          </a:r>
        </a:p>
      </dsp:txBody>
      <dsp:txXfrm>
        <a:off x="3440886" y="777078"/>
        <a:ext cx="2358075" cy="1143462"/>
      </dsp:txXfrm>
    </dsp:sp>
    <dsp:sp modelId="{90D42751-34D2-1244-BB2C-52179C61F56E}">
      <dsp:nvSpPr>
        <dsp:cNvPr id="0" name=""/>
        <dsp:cNvSpPr/>
      </dsp:nvSpPr>
      <dsp:spPr>
        <a:xfrm rot="19457599">
          <a:off x="5722061" y="979701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969692"/>
        <a:ext cx="59832" cy="59832"/>
      </dsp:txXfrm>
    </dsp:sp>
    <dsp:sp modelId="{7A1E4195-C245-484E-AC76-973CFAEAE3A8}">
      <dsp:nvSpPr>
        <dsp:cNvPr id="0" name=""/>
        <dsp:cNvSpPr/>
      </dsp:nvSpPr>
      <dsp:spPr>
        <a:xfrm>
          <a:off x="6806227" y="43101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</a:t>
          </a:r>
        </a:p>
      </dsp:txBody>
      <dsp:txXfrm>
        <a:off x="6841802" y="78676"/>
        <a:ext cx="2358075" cy="1143462"/>
      </dsp:txXfrm>
    </dsp:sp>
    <dsp:sp modelId="{86566A73-B09D-4941-BF19-CAEB6CE0834A}">
      <dsp:nvSpPr>
        <dsp:cNvPr id="0" name=""/>
        <dsp:cNvSpPr/>
      </dsp:nvSpPr>
      <dsp:spPr>
        <a:xfrm rot="2142401">
          <a:off x="5722061" y="1678104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1668095"/>
        <a:ext cx="59832" cy="59832"/>
      </dsp:txXfrm>
    </dsp:sp>
    <dsp:sp modelId="{5055A689-40DB-FE44-99E1-AADCA5A1A057}">
      <dsp:nvSpPr>
        <dsp:cNvPr id="0" name=""/>
        <dsp:cNvSpPr/>
      </dsp:nvSpPr>
      <dsp:spPr>
        <a:xfrm>
          <a:off x="6806227" y="1439906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</a:t>
          </a:r>
        </a:p>
      </dsp:txBody>
      <dsp:txXfrm>
        <a:off x="6841802" y="1475481"/>
        <a:ext cx="2358075" cy="1143462"/>
      </dsp:txXfrm>
    </dsp:sp>
    <dsp:sp modelId="{50AB47E7-B005-5746-A7B3-6FE3BE79461A}">
      <dsp:nvSpPr>
        <dsp:cNvPr id="0" name=""/>
        <dsp:cNvSpPr/>
      </dsp:nvSpPr>
      <dsp:spPr>
        <a:xfrm rot="3310531">
          <a:off x="2068694" y="3424110"/>
          <a:ext cx="1701542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701542" y="19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2876927" y="3401478"/>
        <a:ext cx="85077" cy="85077"/>
      </dsp:txXfrm>
    </dsp:sp>
    <dsp:sp modelId="{E6F98D37-E7E6-0147-97F1-0E6D5AE72490}">
      <dsp:nvSpPr>
        <dsp:cNvPr id="0" name=""/>
        <dsp:cNvSpPr/>
      </dsp:nvSpPr>
      <dsp:spPr>
        <a:xfrm>
          <a:off x="3405311" y="3535113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</a:t>
          </a:r>
        </a:p>
      </dsp:txBody>
      <dsp:txXfrm>
        <a:off x="3440886" y="3570688"/>
        <a:ext cx="2358075" cy="1143462"/>
      </dsp:txXfrm>
    </dsp:sp>
    <dsp:sp modelId="{0AEA679E-5994-FC4B-8EDB-F82EB0BC7AAB}">
      <dsp:nvSpPr>
        <dsp:cNvPr id="0" name=""/>
        <dsp:cNvSpPr/>
      </dsp:nvSpPr>
      <dsp:spPr>
        <a:xfrm rot="19457599">
          <a:off x="5722061" y="3773311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3763302"/>
        <a:ext cx="59832" cy="59832"/>
      </dsp:txXfrm>
    </dsp:sp>
    <dsp:sp modelId="{5323AC0D-B6A9-9042-90B8-03EB5BAACA76}">
      <dsp:nvSpPr>
        <dsp:cNvPr id="0" name=""/>
        <dsp:cNvSpPr/>
      </dsp:nvSpPr>
      <dsp:spPr>
        <a:xfrm>
          <a:off x="6806227" y="2836710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staafdiagram</a:t>
          </a:r>
        </a:p>
      </dsp:txBody>
      <dsp:txXfrm>
        <a:off x="6841802" y="2872285"/>
        <a:ext cx="2358075" cy="1143462"/>
      </dsp:txXfrm>
    </dsp:sp>
    <dsp:sp modelId="{D7D60CA5-A6B8-1D47-8E5C-EACDBEA2E824}">
      <dsp:nvSpPr>
        <dsp:cNvPr id="0" name=""/>
        <dsp:cNvSpPr/>
      </dsp:nvSpPr>
      <dsp:spPr>
        <a:xfrm rot="2142401">
          <a:off x="5722061" y="4471713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4461705"/>
        <a:ext cx="59832" cy="59832"/>
      </dsp:txXfrm>
    </dsp:sp>
    <dsp:sp modelId="{4F980B03-1192-B547-92C6-F97C0FB45D3D}">
      <dsp:nvSpPr>
        <dsp:cNvPr id="0" name=""/>
        <dsp:cNvSpPr/>
      </dsp:nvSpPr>
      <dsp:spPr>
        <a:xfrm>
          <a:off x="6806227" y="4233515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dotplot</a:t>
          </a:r>
        </a:p>
      </dsp:txBody>
      <dsp:txXfrm>
        <a:off x="6841802" y="4269090"/>
        <a:ext cx="2358075" cy="1143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C5914-00D4-5E44-82E5-A772A4FF3000}">
      <dsp:nvSpPr>
        <dsp:cNvPr id="0" name=""/>
        <dsp:cNvSpPr/>
      </dsp:nvSpPr>
      <dsp:spPr>
        <a:xfrm>
          <a:off x="1692" y="2699220"/>
          <a:ext cx="1926338" cy="830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 veranderlijken  </a:t>
          </a:r>
        </a:p>
      </dsp:txBody>
      <dsp:txXfrm>
        <a:off x="26003" y="2723531"/>
        <a:ext cx="1877716" cy="781420"/>
      </dsp:txXfrm>
    </dsp:sp>
    <dsp:sp modelId="{DED87EEA-C4A3-1946-B757-D40E76C0D92E}">
      <dsp:nvSpPr>
        <dsp:cNvPr id="0" name=""/>
        <dsp:cNvSpPr/>
      </dsp:nvSpPr>
      <dsp:spPr>
        <a:xfrm rot="17261927">
          <a:off x="1413258" y="2401523"/>
          <a:ext cx="1479259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1479259" y="80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15906" y="2372638"/>
        <a:ext cx="73962" cy="73962"/>
      </dsp:txXfrm>
    </dsp:sp>
    <dsp:sp modelId="{36F510B8-A041-5D46-8B1E-CBB7975002BA}">
      <dsp:nvSpPr>
        <dsp:cNvPr id="0" name=""/>
        <dsp:cNvSpPr/>
      </dsp:nvSpPr>
      <dsp:spPr>
        <a:xfrm>
          <a:off x="2377745" y="1342017"/>
          <a:ext cx="1822656" cy="725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numeriek-numeriek</a:t>
          </a:r>
        </a:p>
      </dsp:txBody>
      <dsp:txXfrm>
        <a:off x="2399008" y="1363280"/>
        <a:ext cx="1780130" cy="683435"/>
      </dsp:txXfrm>
    </dsp:sp>
    <dsp:sp modelId="{90D42751-34D2-1244-BB2C-52179C61F56E}">
      <dsp:nvSpPr>
        <dsp:cNvPr id="0" name=""/>
        <dsp:cNvSpPr/>
      </dsp:nvSpPr>
      <dsp:spPr>
        <a:xfrm rot="19749942">
          <a:off x="4163387" y="1562677"/>
          <a:ext cx="523743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23743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2165" y="1557680"/>
        <a:ext cx="26187" cy="26187"/>
      </dsp:txXfrm>
    </dsp:sp>
    <dsp:sp modelId="{7A1E4195-C245-484E-AC76-973CFAEAE3A8}">
      <dsp:nvSpPr>
        <dsp:cNvPr id="0" name=""/>
        <dsp:cNvSpPr/>
      </dsp:nvSpPr>
      <dsp:spPr>
        <a:xfrm>
          <a:off x="4650115" y="1166904"/>
          <a:ext cx="2994735" cy="539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puntenwolk</a:t>
          </a:r>
        </a:p>
      </dsp:txBody>
      <dsp:txXfrm>
        <a:off x="4665910" y="1182699"/>
        <a:ext cx="2963145" cy="507701"/>
      </dsp:txXfrm>
    </dsp:sp>
    <dsp:sp modelId="{86566A73-B09D-4941-BF19-CAEB6CE0834A}">
      <dsp:nvSpPr>
        <dsp:cNvPr id="0" name=""/>
        <dsp:cNvSpPr/>
      </dsp:nvSpPr>
      <dsp:spPr>
        <a:xfrm rot="2084116">
          <a:off x="4151641" y="1852804"/>
          <a:ext cx="54723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4723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1578" y="1847220"/>
        <a:ext cx="27361" cy="27361"/>
      </dsp:txXfrm>
    </dsp:sp>
    <dsp:sp modelId="{5055A689-40DB-FE44-99E1-AADCA5A1A057}">
      <dsp:nvSpPr>
        <dsp:cNvPr id="0" name=""/>
        <dsp:cNvSpPr/>
      </dsp:nvSpPr>
      <dsp:spPr>
        <a:xfrm>
          <a:off x="4650115" y="1790517"/>
          <a:ext cx="2974318" cy="452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lijndiagram</a:t>
          </a:r>
        </a:p>
      </dsp:txBody>
      <dsp:txXfrm>
        <a:off x="4663370" y="1803772"/>
        <a:ext cx="2947808" cy="426065"/>
      </dsp:txXfrm>
    </dsp:sp>
    <dsp:sp modelId="{50AB47E7-B005-5746-A7B3-6FE3BE79461A}">
      <dsp:nvSpPr>
        <dsp:cNvPr id="0" name=""/>
        <dsp:cNvSpPr/>
      </dsp:nvSpPr>
      <dsp:spPr>
        <a:xfrm rot="21172224">
          <a:off x="1926278" y="3078019"/>
          <a:ext cx="453218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453218" y="80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41557" y="3074785"/>
        <a:ext cx="22660" cy="22660"/>
      </dsp:txXfrm>
    </dsp:sp>
    <dsp:sp modelId="{E6F98D37-E7E6-0147-97F1-0E6D5AE72490}">
      <dsp:nvSpPr>
        <dsp:cNvPr id="0" name=""/>
        <dsp:cNvSpPr/>
      </dsp:nvSpPr>
      <dsp:spPr>
        <a:xfrm>
          <a:off x="2377745" y="2642989"/>
          <a:ext cx="1824377" cy="830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categorisch-numeriek</a:t>
          </a:r>
        </a:p>
      </dsp:txBody>
      <dsp:txXfrm>
        <a:off x="2402055" y="2667299"/>
        <a:ext cx="1775757" cy="781383"/>
      </dsp:txXfrm>
    </dsp:sp>
    <dsp:sp modelId="{0AEA679E-5994-FC4B-8EDB-F82EB0BC7AAB}">
      <dsp:nvSpPr>
        <dsp:cNvPr id="0" name=""/>
        <dsp:cNvSpPr/>
      </dsp:nvSpPr>
      <dsp:spPr>
        <a:xfrm rot="19457599">
          <a:off x="4150066" y="2888277"/>
          <a:ext cx="55382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5382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3133" y="2882529"/>
        <a:ext cx="27691" cy="27691"/>
      </dsp:txXfrm>
    </dsp:sp>
    <dsp:sp modelId="{5323AC0D-B6A9-9042-90B8-03EB5BAACA76}">
      <dsp:nvSpPr>
        <dsp:cNvPr id="0" name=""/>
        <dsp:cNvSpPr/>
      </dsp:nvSpPr>
      <dsp:spPr>
        <a:xfrm>
          <a:off x="4651836" y="2327413"/>
          <a:ext cx="3415712" cy="814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 op dichtheidsschaal</a:t>
          </a:r>
        </a:p>
      </dsp:txBody>
      <dsp:txXfrm>
        <a:off x="4675697" y="2351274"/>
        <a:ext cx="3367990" cy="766968"/>
      </dsp:txXfrm>
    </dsp:sp>
    <dsp:sp modelId="{D7D60CA5-A6B8-1D47-8E5C-EACDBEA2E824}">
      <dsp:nvSpPr>
        <dsp:cNvPr id="0" name=""/>
        <dsp:cNvSpPr/>
      </dsp:nvSpPr>
      <dsp:spPr>
        <a:xfrm rot="2699205">
          <a:off x="4109056" y="3274646"/>
          <a:ext cx="63584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63584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1082" y="3266847"/>
        <a:ext cx="31792" cy="31792"/>
      </dsp:txXfrm>
    </dsp:sp>
    <dsp:sp modelId="{4F980B03-1192-B547-92C6-F97C0FB45D3D}">
      <dsp:nvSpPr>
        <dsp:cNvPr id="0" name=""/>
        <dsp:cNvSpPr/>
      </dsp:nvSpPr>
      <dsp:spPr>
        <a:xfrm>
          <a:off x="4651836" y="3226425"/>
          <a:ext cx="2824956" cy="5621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 per categorie</a:t>
          </a:r>
        </a:p>
      </dsp:txBody>
      <dsp:txXfrm>
        <a:off x="4668301" y="3242890"/>
        <a:ext cx="2792026" cy="529212"/>
      </dsp:txXfrm>
    </dsp:sp>
    <dsp:sp modelId="{15B36F60-C95B-0149-879D-B91A7BD5E1F6}">
      <dsp:nvSpPr>
        <dsp:cNvPr id="0" name=""/>
        <dsp:cNvSpPr/>
      </dsp:nvSpPr>
      <dsp:spPr>
        <a:xfrm rot="4304363">
          <a:off x="1435274" y="3787620"/>
          <a:ext cx="1435227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1435227" y="80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17007" y="3759836"/>
        <a:ext cx="71761" cy="71761"/>
      </dsp:txXfrm>
    </dsp:sp>
    <dsp:sp modelId="{78E39EF2-0DB4-6543-9B8B-532633AC15FD}">
      <dsp:nvSpPr>
        <dsp:cNvPr id="0" name=""/>
        <dsp:cNvSpPr/>
      </dsp:nvSpPr>
      <dsp:spPr>
        <a:xfrm>
          <a:off x="2377745" y="4067919"/>
          <a:ext cx="1826097" cy="818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categorisch-categorisch</a:t>
          </a:r>
        </a:p>
      </dsp:txBody>
      <dsp:txXfrm>
        <a:off x="2401719" y="4091893"/>
        <a:ext cx="1778149" cy="770598"/>
      </dsp:txXfrm>
    </dsp:sp>
    <dsp:sp modelId="{C7D2A3A4-1762-BD4E-8083-EF21D9C37625}">
      <dsp:nvSpPr>
        <dsp:cNvPr id="0" name=""/>
        <dsp:cNvSpPr/>
      </dsp:nvSpPr>
      <dsp:spPr>
        <a:xfrm rot="19457599">
          <a:off x="4151786" y="4307479"/>
          <a:ext cx="55382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5382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4853" y="4301730"/>
        <a:ext cx="27691" cy="27691"/>
      </dsp:txXfrm>
    </dsp:sp>
    <dsp:sp modelId="{2A99F375-85CF-D84C-969E-2B1DF5788B10}">
      <dsp:nvSpPr>
        <dsp:cNvPr id="0" name=""/>
        <dsp:cNvSpPr/>
      </dsp:nvSpPr>
      <dsp:spPr>
        <a:xfrm>
          <a:off x="4653556" y="3872889"/>
          <a:ext cx="5076843" cy="5621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staafdiagram met subtypes</a:t>
          </a:r>
        </a:p>
      </dsp:txBody>
      <dsp:txXfrm>
        <a:off x="4670021" y="3889354"/>
        <a:ext cx="5043913" cy="529212"/>
      </dsp:txXfrm>
    </dsp:sp>
    <dsp:sp modelId="{F82D8B69-C20B-7444-B080-ED36EC0A9098}">
      <dsp:nvSpPr>
        <dsp:cNvPr id="0" name=""/>
        <dsp:cNvSpPr/>
      </dsp:nvSpPr>
      <dsp:spPr>
        <a:xfrm rot="2142401">
          <a:off x="4151786" y="4630711"/>
          <a:ext cx="55382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5382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4853" y="4624962"/>
        <a:ext cx="27691" cy="27691"/>
      </dsp:txXfrm>
    </dsp:sp>
    <dsp:sp modelId="{7A6CD7B8-F067-6A4A-914C-31C5BB315342}">
      <dsp:nvSpPr>
        <dsp:cNvPr id="0" name=""/>
        <dsp:cNvSpPr/>
      </dsp:nvSpPr>
      <dsp:spPr>
        <a:xfrm>
          <a:off x="4653556" y="4519353"/>
          <a:ext cx="4431964" cy="5621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Gestapeld staafdiagram</a:t>
          </a:r>
        </a:p>
      </dsp:txBody>
      <dsp:txXfrm>
        <a:off x="4670021" y="4535818"/>
        <a:ext cx="4399034" cy="5292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C5914-00D4-5E44-82E5-A772A4FF3000}">
      <dsp:nvSpPr>
        <dsp:cNvPr id="0" name=""/>
        <dsp:cNvSpPr/>
      </dsp:nvSpPr>
      <dsp:spPr>
        <a:xfrm>
          <a:off x="4395" y="2138308"/>
          <a:ext cx="2429225" cy="1214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 veranderlijke  </a:t>
          </a:r>
        </a:p>
      </dsp:txBody>
      <dsp:txXfrm>
        <a:off x="39970" y="2173883"/>
        <a:ext cx="2358075" cy="1143462"/>
      </dsp:txXfrm>
    </dsp:sp>
    <dsp:sp modelId="{DED87EEA-C4A3-1946-B757-D40E76C0D92E}">
      <dsp:nvSpPr>
        <dsp:cNvPr id="0" name=""/>
        <dsp:cNvSpPr/>
      </dsp:nvSpPr>
      <dsp:spPr>
        <a:xfrm rot="18289469">
          <a:off x="2068694" y="2027305"/>
          <a:ext cx="1701542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701542" y="19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2876927" y="2004674"/>
        <a:ext cx="85077" cy="85077"/>
      </dsp:txXfrm>
    </dsp:sp>
    <dsp:sp modelId="{36F510B8-A041-5D46-8B1E-CBB7975002BA}">
      <dsp:nvSpPr>
        <dsp:cNvPr id="0" name=""/>
        <dsp:cNvSpPr/>
      </dsp:nvSpPr>
      <dsp:spPr>
        <a:xfrm>
          <a:off x="3405311" y="741503"/>
          <a:ext cx="2429225" cy="121461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</a:t>
          </a:r>
        </a:p>
      </dsp:txBody>
      <dsp:txXfrm>
        <a:off x="3440886" y="777078"/>
        <a:ext cx="2358075" cy="1143462"/>
      </dsp:txXfrm>
    </dsp:sp>
    <dsp:sp modelId="{90D42751-34D2-1244-BB2C-52179C61F56E}">
      <dsp:nvSpPr>
        <dsp:cNvPr id="0" name=""/>
        <dsp:cNvSpPr/>
      </dsp:nvSpPr>
      <dsp:spPr>
        <a:xfrm rot="19457599">
          <a:off x="5722061" y="979701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969692"/>
        <a:ext cx="59832" cy="59832"/>
      </dsp:txXfrm>
    </dsp:sp>
    <dsp:sp modelId="{7A1E4195-C245-484E-AC76-973CFAEAE3A8}">
      <dsp:nvSpPr>
        <dsp:cNvPr id="0" name=""/>
        <dsp:cNvSpPr/>
      </dsp:nvSpPr>
      <dsp:spPr>
        <a:xfrm>
          <a:off x="6806227" y="43101"/>
          <a:ext cx="2429225" cy="121461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</a:t>
          </a:r>
        </a:p>
      </dsp:txBody>
      <dsp:txXfrm>
        <a:off x="6841802" y="78676"/>
        <a:ext cx="2358075" cy="1143462"/>
      </dsp:txXfrm>
    </dsp:sp>
    <dsp:sp modelId="{86566A73-B09D-4941-BF19-CAEB6CE0834A}">
      <dsp:nvSpPr>
        <dsp:cNvPr id="0" name=""/>
        <dsp:cNvSpPr/>
      </dsp:nvSpPr>
      <dsp:spPr>
        <a:xfrm rot="2142401">
          <a:off x="5722061" y="1678104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1668095"/>
        <a:ext cx="59832" cy="59832"/>
      </dsp:txXfrm>
    </dsp:sp>
    <dsp:sp modelId="{5055A689-40DB-FE44-99E1-AADCA5A1A057}">
      <dsp:nvSpPr>
        <dsp:cNvPr id="0" name=""/>
        <dsp:cNvSpPr/>
      </dsp:nvSpPr>
      <dsp:spPr>
        <a:xfrm>
          <a:off x="6806227" y="1439906"/>
          <a:ext cx="2429225" cy="1214612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</a:t>
          </a:r>
        </a:p>
      </dsp:txBody>
      <dsp:txXfrm>
        <a:off x="6841802" y="1475481"/>
        <a:ext cx="2358075" cy="1143462"/>
      </dsp:txXfrm>
    </dsp:sp>
    <dsp:sp modelId="{50AB47E7-B005-5746-A7B3-6FE3BE79461A}">
      <dsp:nvSpPr>
        <dsp:cNvPr id="0" name=""/>
        <dsp:cNvSpPr/>
      </dsp:nvSpPr>
      <dsp:spPr>
        <a:xfrm rot="3310531">
          <a:off x="2068694" y="3424110"/>
          <a:ext cx="1701542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701542" y="19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2876927" y="3401478"/>
        <a:ext cx="85077" cy="85077"/>
      </dsp:txXfrm>
    </dsp:sp>
    <dsp:sp modelId="{E6F98D37-E7E6-0147-97F1-0E6D5AE72490}">
      <dsp:nvSpPr>
        <dsp:cNvPr id="0" name=""/>
        <dsp:cNvSpPr/>
      </dsp:nvSpPr>
      <dsp:spPr>
        <a:xfrm>
          <a:off x="3405311" y="3535113"/>
          <a:ext cx="2429225" cy="1214612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</a:t>
          </a:r>
        </a:p>
      </dsp:txBody>
      <dsp:txXfrm>
        <a:off x="3440886" y="3570688"/>
        <a:ext cx="2358075" cy="1143462"/>
      </dsp:txXfrm>
    </dsp:sp>
    <dsp:sp modelId="{0AEA679E-5994-FC4B-8EDB-F82EB0BC7AAB}">
      <dsp:nvSpPr>
        <dsp:cNvPr id="0" name=""/>
        <dsp:cNvSpPr/>
      </dsp:nvSpPr>
      <dsp:spPr>
        <a:xfrm rot="19457599">
          <a:off x="5722061" y="3773311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3763302"/>
        <a:ext cx="59832" cy="59832"/>
      </dsp:txXfrm>
    </dsp:sp>
    <dsp:sp modelId="{5323AC0D-B6A9-9042-90B8-03EB5BAACA76}">
      <dsp:nvSpPr>
        <dsp:cNvPr id="0" name=""/>
        <dsp:cNvSpPr/>
      </dsp:nvSpPr>
      <dsp:spPr>
        <a:xfrm>
          <a:off x="6806227" y="2836710"/>
          <a:ext cx="2429225" cy="1214612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staafdiagram</a:t>
          </a:r>
        </a:p>
      </dsp:txBody>
      <dsp:txXfrm>
        <a:off x="6841802" y="2872285"/>
        <a:ext cx="2358075" cy="1143462"/>
      </dsp:txXfrm>
    </dsp:sp>
    <dsp:sp modelId="{D7D60CA5-A6B8-1D47-8E5C-EACDBEA2E824}">
      <dsp:nvSpPr>
        <dsp:cNvPr id="0" name=""/>
        <dsp:cNvSpPr/>
      </dsp:nvSpPr>
      <dsp:spPr>
        <a:xfrm rot="2142401">
          <a:off x="5722061" y="4471713"/>
          <a:ext cx="1196640" cy="39814"/>
        </a:xfrm>
        <a:custGeom>
          <a:avLst/>
          <a:gdLst/>
          <a:ahLst/>
          <a:cxnLst/>
          <a:rect l="0" t="0" r="0" b="0"/>
          <a:pathLst>
            <a:path>
              <a:moveTo>
                <a:pt x="0" y="19907"/>
              </a:moveTo>
              <a:lnTo>
                <a:pt x="1196640" y="199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290466" y="4461705"/>
        <a:ext cx="59832" cy="59832"/>
      </dsp:txXfrm>
    </dsp:sp>
    <dsp:sp modelId="{4F980B03-1192-B547-92C6-F97C0FB45D3D}">
      <dsp:nvSpPr>
        <dsp:cNvPr id="0" name=""/>
        <dsp:cNvSpPr/>
      </dsp:nvSpPr>
      <dsp:spPr>
        <a:xfrm>
          <a:off x="6806227" y="4233515"/>
          <a:ext cx="2429225" cy="1214612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dotplot</a:t>
          </a:r>
        </a:p>
      </dsp:txBody>
      <dsp:txXfrm>
        <a:off x="6841802" y="4269090"/>
        <a:ext cx="2358075" cy="11434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C5914-00D4-5E44-82E5-A772A4FF3000}">
      <dsp:nvSpPr>
        <dsp:cNvPr id="0" name=""/>
        <dsp:cNvSpPr/>
      </dsp:nvSpPr>
      <dsp:spPr>
        <a:xfrm>
          <a:off x="1692" y="2699220"/>
          <a:ext cx="1926338" cy="830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 veranderlijken  </a:t>
          </a:r>
        </a:p>
      </dsp:txBody>
      <dsp:txXfrm>
        <a:off x="26003" y="2723531"/>
        <a:ext cx="1877716" cy="781420"/>
      </dsp:txXfrm>
    </dsp:sp>
    <dsp:sp modelId="{DED87EEA-C4A3-1946-B757-D40E76C0D92E}">
      <dsp:nvSpPr>
        <dsp:cNvPr id="0" name=""/>
        <dsp:cNvSpPr/>
      </dsp:nvSpPr>
      <dsp:spPr>
        <a:xfrm rot="17261927">
          <a:off x="1413258" y="2401523"/>
          <a:ext cx="1479259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1479259" y="80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15906" y="2372638"/>
        <a:ext cx="73962" cy="73962"/>
      </dsp:txXfrm>
    </dsp:sp>
    <dsp:sp modelId="{36F510B8-A041-5D46-8B1E-CBB7975002BA}">
      <dsp:nvSpPr>
        <dsp:cNvPr id="0" name=""/>
        <dsp:cNvSpPr/>
      </dsp:nvSpPr>
      <dsp:spPr>
        <a:xfrm>
          <a:off x="2377745" y="1342017"/>
          <a:ext cx="1822656" cy="725961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numeriek-numeriek</a:t>
          </a:r>
        </a:p>
      </dsp:txBody>
      <dsp:txXfrm>
        <a:off x="2399008" y="1363280"/>
        <a:ext cx="1780130" cy="683435"/>
      </dsp:txXfrm>
    </dsp:sp>
    <dsp:sp modelId="{90D42751-34D2-1244-BB2C-52179C61F56E}">
      <dsp:nvSpPr>
        <dsp:cNvPr id="0" name=""/>
        <dsp:cNvSpPr/>
      </dsp:nvSpPr>
      <dsp:spPr>
        <a:xfrm rot="19749942">
          <a:off x="4163387" y="1562677"/>
          <a:ext cx="523743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23743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2165" y="1557680"/>
        <a:ext cx="26187" cy="26187"/>
      </dsp:txXfrm>
    </dsp:sp>
    <dsp:sp modelId="{7A1E4195-C245-484E-AC76-973CFAEAE3A8}">
      <dsp:nvSpPr>
        <dsp:cNvPr id="0" name=""/>
        <dsp:cNvSpPr/>
      </dsp:nvSpPr>
      <dsp:spPr>
        <a:xfrm>
          <a:off x="4650115" y="1166904"/>
          <a:ext cx="2994735" cy="539291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puntenwolk</a:t>
          </a:r>
        </a:p>
      </dsp:txBody>
      <dsp:txXfrm>
        <a:off x="4665910" y="1182699"/>
        <a:ext cx="2963145" cy="507701"/>
      </dsp:txXfrm>
    </dsp:sp>
    <dsp:sp modelId="{86566A73-B09D-4941-BF19-CAEB6CE0834A}">
      <dsp:nvSpPr>
        <dsp:cNvPr id="0" name=""/>
        <dsp:cNvSpPr/>
      </dsp:nvSpPr>
      <dsp:spPr>
        <a:xfrm rot="2084116">
          <a:off x="4151641" y="1852804"/>
          <a:ext cx="54723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4723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1578" y="1847220"/>
        <a:ext cx="27361" cy="27361"/>
      </dsp:txXfrm>
    </dsp:sp>
    <dsp:sp modelId="{5055A689-40DB-FE44-99E1-AADCA5A1A057}">
      <dsp:nvSpPr>
        <dsp:cNvPr id="0" name=""/>
        <dsp:cNvSpPr/>
      </dsp:nvSpPr>
      <dsp:spPr>
        <a:xfrm>
          <a:off x="4650115" y="1790517"/>
          <a:ext cx="2974318" cy="452575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lijndiagram</a:t>
          </a:r>
        </a:p>
      </dsp:txBody>
      <dsp:txXfrm>
        <a:off x="4663370" y="1803772"/>
        <a:ext cx="2947808" cy="426065"/>
      </dsp:txXfrm>
    </dsp:sp>
    <dsp:sp modelId="{50AB47E7-B005-5746-A7B3-6FE3BE79461A}">
      <dsp:nvSpPr>
        <dsp:cNvPr id="0" name=""/>
        <dsp:cNvSpPr/>
      </dsp:nvSpPr>
      <dsp:spPr>
        <a:xfrm rot="21172224">
          <a:off x="1926278" y="3078019"/>
          <a:ext cx="453218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453218" y="80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41557" y="3074785"/>
        <a:ext cx="22660" cy="22660"/>
      </dsp:txXfrm>
    </dsp:sp>
    <dsp:sp modelId="{E6F98D37-E7E6-0147-97F1-0E6D5AE72490}">
      <dsp:nvSpPr>
        <dsp:cNvPr id="0" name=""/>
        <dsp:cNvSpPr/>
      </dsp:nvSpPr>
      <dsp:spPr>
        <a:xfrm>
          <a:off x="2377745" y="2642989"/>
          <a:ext cx="1824377" cy="830003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categorisch-numeriek</a:t>
          </a:r>
        </a:p>
      </dsp:txBody>
      <dsp:txXfrm>
        <a:off x="2402055" y="2667299"/>
        <a:ext cx="1775757" cy="781383"/>
      </dsp:txXfrm>
    </dsp:sp>
    <dsp:sp modelId="{0AEA679E-5994-FC4B-8EDB-F82EB0BC7AAB}">
      <dsp:nvSpPr>
        <dsp:cNvPr id="0" name=""/>
        <dsp:cNvSpPr/>
      </dsp:nvSpPr>
      <dsp:spPr>
        <a:xfrm rot="19457599">
          <a:off x="4150066" y="2888277"/>
          <a:ext cx="55382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5382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3133" y="2882529"/>
        <a:ext cx="27691" cy="27691"/>
      </dsp:txXfrm>
    </dsp:sp>
    <dsp:sp modelId="{5323AC0D-B6A9-9042-90B8-03EB5BAACA76}">
      <dsp:nvSpPr>
        <dsp:cNvPr id="0" name=""/>
        <dsp:cNvSpPr/>
      </dsp:nvSpPr>
      <dsp:spPr>
        <a:xfrm>
          <a:off x="4651836" y="2327413"/>
          <a:ext cx="3415712" cy="814690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Histogram op dichtheidsschaal</a:t>
          </a:r>
        </a:p>
      </dsp:txBody>
      <dsp:txXfrm>
        <a:off x="4675697" y="2351274"/>
        <a:ext cx="3367990" cy="766968"/>
      </dsp:txXfrm>
    </dsp:sp>
    <dsp:sp modelId="{D7D60CA5-A6B8-1D47-8E5C-EACDBEA2E824}">
      <dsp:nvSpPr>
        <dsp:cNvPr id="0" name=""/>
        <dsp:cNvSpPr/>
      </dsp:nvSpPr>
      <dsp:spPr>
        <a:xfrm rot="2699205">
          <a:off x="4109056" y="3274646"/>
          <a:ext cx="63584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63584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1082" y="3266847"/>
        <a:ext cx="31792" cy="31792"/>
      </dsp:txXfrm>
    </dsp:sp>
    <dsp:sp modelId="{4F980B03-1192-B547-92C6-F97C0FB45D3D}">
      <dsp:nvSpPr>
        <dsp:cNvPr id="0" name=""/>
        <dsp:cNvSpPr/>
      </dsp:nvSpPr>
      <dsp:spPr>
        <a:xfrm>
          <a:off x="4651836" y="3226425"/>
          <a:ext cx="2824956" cy="562142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F4F5FC"/>
              </a:solidFill>
              <a:latin typeface="Calibri" panose="020F0502020204030204"/>
              <a:ea typeface="+mn-ea"/>
              <a:cs typeface="+mn-cs"/>
            </a:rPr>
            <a:t>Boxplot per categorie</a:t>
          </a:r>
        </a:p>
      </dsp:txBody>
      <dsp:txXfrm>
        <a:off x="4668301" y="3242890"/>
        <a:ext cx="2792026" cy="529212"/>
      </dsp:txXfrm>
    </dsp:sp>
    <dsp:sp modelId="{15B36F60-C95B-0149-879D-B91A7BD5E1F6}">
      <dsp:nvSpPr>
        <dsp:cNvPr id="0" name=""/>
        <dsp:cNvSpPr/>
      </dsp:nvSpPr>
      <dsp:spPr>
        <a:xfrm rot="4304363">
          <a:off x="1435274" y="3787620"/>
          <a:ext cx="1435227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1435227" y="80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117007" y="3759836"/>
        <a:ext cx="71761" cy="71761"/>
      </dsp:txXfrm>
    </dsp:sp>
    <dsp:sp modelId="{78E39EF2-0DB4-6543-9B8B-532633AC15FD}">
      <dsp:nvSpPr>
        <dsp:cNvPr id="0" name=""/>
        <dsp:cNvSpPr/>
      </dsp:nvSpPr>
      <dsp:spPr>
        <a:xfrm>
          <a:off x="2377745" y="4067919"/>
          <a:ext cx="1826097" cy="81854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categorisch-categorisch</a:t>
          </a:r>
        </a:p>
      </dsp:txBody>
      <dsp:txXfrm>
        <a:off x="2401719" y="4091893"/>
        <a:ext cx="1778149" cy="770598"/>
      </dsp:txXfrm>
    </dsp:sp>
    <dsp:sp modelId="{C7D2A3A4-1762-BD4E-8083-EF21D9C37625}">
      <dsp:nvSpPr>
        <dsp:cNvPr id="0" name=""/>
        <dsp:cNvSpPr/>
      </dsp:nvSpPr>
      <dsp:spPr>
        <a:xfrm rot="19457599">
          <a:off x="4151786" y="4307479"/>
          <a:ext cx="55382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5382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4853" y="4301730"/>
        <a:ext cx="27691" cy="27691"/>
      </dsp:txXfrm>
    </dsp:sp>
    <dsp:sp modelId="{2A99F375-85CF-D84C-969E-2B1DF5788B10}">
      <dsp:nvSpPr>
        <dsp:cNvPr id="0" name=""/>
        <dsp:cNvSpPr/>
      </dsp:nvSpPr>
      <dsp:spPr>
        <a:xfrm>
          <a:off x="4653556" y="3872889"/>
          <a:ext cx="5076843" cy="562142"/>
        </a:xfrm>
        <a:prstGeom prst="roundRect">
          <a:avLst>
            <a:gd name="adj" fmla="val 10000"/>
          </a:avLst>
        </a:prstGeom>
        <a:solidFill>
          <a:schemeClr val="bg2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staafdiagram met subtypes</a:t>
          </a:r>
        </a:p>
      </dsp:txBody>
      <dsp:txXfrm>
        <a:off x="4670021" y="3889354"/>
        <a:ext cx="5043913" cy="529212"/>
      </dsp:txXfrm>
    </dsp:sp>
    <dsp:sp modelId="{F82D8B69-C20B-7444-B080-ED36EC0A9098}">
      <dsp:nvSpPr>
        <dsp:cNvPr id="0" name=""/>
        <dsp:cNvSpPr/>
      </dsp:nvSpPr>
      <dsp:spPr>
        <a:xfrm rot="2142401">
          <a:off x="4151786" y="4630711"/>
          <a:ext cx="553824" cy="16193"/>
        </a:xfrm>
        <a:custGeom>
          <a:avLst/>
          <a:gdLst/>
          <a:ahLst/>
          <a:cxnLst/>
          <a:rect l="0" t="0" r="0" b="0"/>
          <a:pathLst>
            <a:path>
              <a:moveTo>
                <a:pt x="0" y="8096"/>
              </a:moveTo>
              <a:lnTo>
                <a:pt x="553824" y="80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14853" y="4624962"/>
        <a:ext cx="27691" cy="27691"/>
      </dsp:txXfrm>
    </dsp:sp>
    <dsp:sp modelId="{7A6CD7B8-F067-6A4A-914C-31C5BB315342}">
      <dsp:nvSpPr>
        <dsp:cNvPr id="0" name=""/>
        <dsp:cNvSpPr/>
      </dsp:nvSpPr>
      <dsp:spPr>
        <a:xfrm>
          <a:off x="4653556" y="4519353"/>
          <a:ext cx="4431964" cy="56214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Gestapeld staafdiagram</a:t>
          </a:r>
        </a:p>
      </dsp:txBody>
      <dsp:txXfrm>
        <a:off x="4670021" y="4535818"/>
        <a:ext cx="4399034" cy="529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52452-61B9-D040-8088-3264C4A71175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9E982-DBDC-D149-924D-522488BE1B5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06991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r-language/z-test-in-r/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E1C93-C1A4-D5D3-B955-FCFB7031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22086-698D-D2F8-77AA-521ADCF3D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4BC10-D0E7-A77B-68DD-98E3EB03E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A175B-01D4-0C5E-D113-33591881D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72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932D-5F05-01DC-EE67-E9B13208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F8D46-39B8-01E0-A2A7-AA78DDC22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16E64-7968-02A3-A8A1-3567AC5B5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FBE47-D2E8-0133-C810-30DDEEA91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636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34B4-005A-6189-5548-D146C901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19413-53E0-7B7B-021B-024BD0787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69CBD-FF94-2591-21BE-BC4973A8B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21D38-E1B6-C17D-34A2-8A7217B35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3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2F60-FA98-61FE-422A-C4E2CD1C6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0CDA2-7570-31E6-5818-26A072068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7F68B-BC36-6FD1-0C30-A11528B7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C8DC-8C46-4EBF-967B-E1A05B616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077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B752A-9F01-A499-F17F-0A048857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FCD9C-8C09-276F-89E2-55FC2509B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FE21F-C4CB-5D93-4C60-156379B84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7BBC7-7089-AF06-BD61-12E56CC7C8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07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DE02-6F90-34C4-3CE6-BDFA3FBA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15C37-E754-D909-2582-853C505CE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2099A-DE02-5F1D-543F-832913DD9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6C247-F5C4-79AB-5253-7C8B829B1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383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6A69-FE47-8B3E-4019-9048E5D77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1119C-ED1F-7FD1-2CAF-69B1AD869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97972-4E2C-7EE8-0C23-3CE6CBB46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9CDD9-77F4-CA66-8E4F-0BFA04F89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209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EDF195F8-F116-7D9A-0DFB-FC9B85D2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950dcf61_1_0:notes">
            <a:extLst>
              <a:ext uri="{FF2B5EF4-FFF2-40B4-BE49-F238E27FC236}">
                <a16:creationId xmlns:a16="http://schemas.microsoft.com/office/drawing/2014/main" id="{9B82E55C-6504-E23C-AB67-DF5547426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41" name="Google Shape;241;g3c8950dcf61_1_0:notes">
            <a:extLst>
              <a:ext uri="{FF2B5EF4-FFF2-40B4-BE49-F238E27FC236}">
                <a16:creationId xmlns:a16="http://schemas.microsoft.com/office/drawing/2014/main" id="{73DB2535-7162-CA88-4D68-17D77E19C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2" name="Google Shape;242;g3c8950dcf61_1_0:notes">
            <a:extLst>
              <a:ext uri="{FF2B5EF4-FFF2-40B4-BE49-F238E27FC236}">
                <a16:creationId xmlns:a16="http://schemas.microsoft.com/office/drawing/2014/main" id="{6C26BDBF-AE63-75D9-75D0-599506E613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6092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07FBA94E-6D2E-D7B6-A5E7-CD7339E1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950dcf61_1_0:notes">
            <a:extLst>
              <a:ext uri="{FF2B5EF4-FFF2-40B4-BE49-F238E27FC236}">
                <a16:creationId xmlns:a16="http://schemas.microsoft.com/office/drawing/2014/main" id="{C32CE30B-0E4B-7567-C5F0-C5DA68B31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41" name="Google Shape;241;g3c8950dcf61_1_0:notes">
            <a:extLst>
              <a:ext uri="{FF2B5EF4-FFF2-40B4-BE49-F238E27FC236}">
                <a16:creationId xmlns:a16="http://schemas.microsoft.com/office/drawing/2014/main" id="{DCD59460-5B5E-67E3-A6AB-7B30DED2C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242" name="Google Shape;242;g3c8950dcf61_1_0:notes">
            <a:extLst>
              <a:ext uri="{FF2B5EF4-FFF2-40B4-BE49-F238E27FC236}">
                <a16:creationId xmlns:a16="http://schemas.microsoft.com/office/drawing/2014/main" id="{659B62E1-F342-0FF8-A7A9-242FA8C763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4568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8EAB5DFB-F402-F1EA-3458-B8ED7CF72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950dcf61_1_0:notes">
            <a:extLst>
              <a:ext uri="{FF2B5EF4-FFF2-40B4-BE49-F238E27FC236}">
                <a16:creationId xmlns:a16="http://schemas.microsoft.com/office/drawing/2014/main" id="{EBDFEDF5-E34A-F9D3-A52C-E3038A21E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41" name="Google Shape;241;g3c8950dcf61_1_0:notes">
            <a:extLst>
              <a:ext uri="{FF2B5EF4-FFF2-40B4-BE49-F238E27FC236}">
                <a16:creationId xmlns:a16="http://schemas.microsoft.com/office/drawing/2014/main" id="{5921907C-C846-3EA5-AB3D-E2B5F8ED8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2" name="Google Shape;242;g3c8950dcf61_1_0:notes">
            <a:extLst>
              <a:ext uri="{FF2B5EF4-FFF2-40B4-BE49-F238E27FC236}">
                <a16:creationId xmlns:a16="http://schemas.microsoft.com/office/drawing/2014/main" id="{1F13CC3D-7159-4DE4-DA87-B0ECB40EFF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4143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950dcf6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41" name="Google Shape;241;g3c8950dcf61_1_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2" name="Google Shape;242;g3c8950dcf61_1_0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8950dcf61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51" name="Google Shape;251;g3c8950dcf61_1_1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2" name="Google Shape;252;g3c8950dcf61_1_14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8950dcf61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60" name="Google Shape;260;g3c8950dcf61_1_2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61" name="Google Shape;261;g3c8950dcf61_1_24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8950dcf61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68" name="Google Shape;268;g3c8950dcf61_1_3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69" name="Google Shape;269;g3c8950dcf61_1_32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A19627E5-E0A0-A7BE-0D39-C191134A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8950dcf61_1_32:notes">
            <a:extLst>
              <a:ext uri="{FF2B5EF4-FFF2-40B4-BE49-F238E27FC236}">
                <a16:creationId xmlns:a16="http://schemas.microsoft.com/office/drawing/2014/main" id="{200981A5-9B0F-D904-3660-87423F4ED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68" name="Google Shape;268;g3c8950dcf61_1_32:notes">
            <a:extLst>
              <a:ext uri="{FF2B5EF4-FFF2-40B4-BE49-F238E27FC236}">
                <a16:creationId xmlns:a16="http://schemas.microsoft.com/office/drawing/2014/main" id="{C8F155E3-2317-470E-0098-8E4D7A490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rfordatascience</a:t>
            </a:r>
            <a:r>
              <a:rPr lang="en-GB" dirty="0"/>
              <a:t>/</a:t>
            </a:r>
            <a:r>
              <a:rPr lang="en-GB" dirty="0" err="1"/>
              <a:t>tidytuesday</a:t>
            </a:r>
            <a:r>
              <a:rPr lang="en-GB" dirty="0"/>
              <a:t>/blob/main/data/2026/</a:t>
            </a:r>
            <a:r>
              <a:rPr lang="en-GB" dirty="0" err="1"/>
              <a:t>readme.md</a:t>
            </a:r>
            <a:endParaRPr dirty="0"/>
          </a:p>
        </p:txBody>
      </p:sp>
      <p:sp>
        <p:nvSpPr>
          <p:cNvPr id="269" name="Google Shape;269;g3c8950dcf61_1_32:notes">
            <a:extLst>
              <a:ext uri="{FF2B5EF4-FFF2-40B4-BE49-F238E27FC236}">
                <a16:creationId xmlns:a16="http://schemas.microsoft.com/office/drawing/2014/main" id="{1166741E-9453-7CC3-3FA9-ED60973DB5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566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>
          <a:extLst>
            <a:ext uri="{FF2B5EF4-FFF2-40B4-BE49-F238E27FC236}">
              <a16:creationId xmlns:a16="http://schemas.microsoft.com/office/drawing/2014/main" id="{47E0892B-C25E-9124-37F4-621646A2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:notes">
            <a:extLst>
              <a:ext uri="{FF2B5EF4-FFF2-40B4-BE49-F238E27FC236}">
                <a16:creationId xmlns:a16="http://schemas.microsoft.com/office/drawing/2014/main" id="{DAD536FA-C86C-BD2C-473A-A67133935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76" name="Google Shape;276;p2:notes">
            <a:extLst>
              <a:ext uri="{FF2B5EF4-FFF2-40B4-BE49-F238E27FC236}">
                <a16:creationId xmlns:a16="http://schemas.microsoft.com/office/drawing/2014/main" id="{07930F57-9ABE-9D69-0952-BC77AC765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77" name="Google Shape;277;p2:notes">
            <a:extLst>
              <a:ext uri="{FF2B5EF4-FFF2-40B4-BE49-F238E27FC236}">
                <a16:creationId xmlns:a16="http://schemas.microsoft.com/office/drawing/2014/main" id="{CA602B06-7414-FF47-4C00-C5A5B6C1A3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2456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85" name="Google Shape;285;p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6" name="Google Shape;286;p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297" name="Google Shape;297;p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nl-BE" sz="1200" dirty="0">
                <a:latin typeface="Calibri" pitchFamily="34" charset="0"/>
              </a:rPr>
              <a:t>(aftelbaar = elementen op een rij kunnen zetten met een eerste element, een tweede element, enz., waarbij alle elementen aan de beurt komen, ook al stopt het tellen nooit)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298" name="Google Shape;298;p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A7291FAE-54FD-D1EF-FCE5-4A682E75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>
            <a:extLst>
              <a:ext uri="{FF2B5EF4-FFF2-40B4-BE49-F238E27FC236}">
                <a16:creationId xmlns:a16="http://schemas.microsoft.com/office/drawing/2014/main" id="{88C8E824-4E92-BF2C-2851-F08D711E6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98" name="Google Shape;398;p10:notes">
            <a:extLst>
              <a:ext uri="{FF2B5EF4-FFF2-40B4-BE49-F238E27FC236}">
                <a16:creationId xmlns:a16="http://schemas.microsoft.com/office/drawing/2014/main" id="{9C91A70E-6D3F-992C-2F3A-DD22E2C21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99" name="Google Shape;399;p10:notes">
            <a:extLst>
              <a:ext uri="{FF2B5EF4-FFF2-40B4-BE49-F238E27FC236}">
                <a16:creationId xmlns:a16="http://schemas.microsoft.com/office/drawing/2014/main" id="{80FEB318-FEDB-5B47-77F5-19BFAD39D2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4288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22" name="Google Shape;322;p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3" name="Google Shape;323;p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50" name="Google Shape;350;p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51" name="Google Shape;351;p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66" name="Google Shape;366;p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7" name="Google Shape;367;p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98" name="Google Shape;398;p1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99" name="Google Shape;399;p1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21" name="Google Shape;421;p1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22" name="Google Shape;422;p1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39" name="Google Shape;439;p1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40" name="Google Shape;440;p1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75" name="Google Shape;475;p1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76" name="Google Shape;476;p1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504" name="Google Shape;504;p1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05" name="Google Shape;505;p1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516" name="Google Shape;516;p1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17" name="Google Shape;517;p1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543" name="Google Shape;543;p1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44" name="Google Shape;544;p1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nl-B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5069-49C3-D9AF-C1EE-668F4303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65E67-BCDA-9C52-77F4-BAD1BDE8E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50838-7E8F-8789-59C9-292CA1CDB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7579F-884A-DDF8-7483-8FFECB74C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104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3177-F1A9-8996-125D-27904320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C4E34-513B-FB19-8C55-A6BBF292B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0CF73-7DEF-9BF3-B8CB-DA39595B7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261B0-60E1-ED25-F747-AD03BD27C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599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AF6F-BB62-7433-FBC3-8EEC6C6B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B7FCC-3688-D594-0CD5-B5E77E2E3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21DB8-FF62-0ED4-5580-23490E0DF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74F26-7B5E-D197-B2C7-074C9AA6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908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80571-9A04-DAC8-6289-0C3E8A8B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ABCC4-46FB-7ED2-2709-9CFBE13E2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F5007-4117-8C0C-DE3D-1DAA57A1A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BCD2C-E8EF-2C15-9BD5-3B1C701C5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0262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CF62-B7F4-662D-18EB-13535864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0E8FE-6DEE-D88F-F342-3EF53EFF2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E9A98-3DB1-16C8-D02D-60D7EB313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E437F-3EF3-C225-F74B-85334C3AB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8563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0EB6-F8DE-0B69-616D-E2071B2E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1CA10B-6F55-7382-E580-AE3B0784F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69CAC-2904-0B75-1EF4-50C552846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48B06-BC85-84B1-6711-8465946BE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2853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C0F7-C98B-ADAE-29C4-2FEE7B58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BC932-853D-4952-9B2A-78C4991C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A96B3-CEC0-5D6A-A986-BE45AA5BC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5FAD8-EA1D-3322-7862-BBC2FBDF6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7377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44447-A231-5180-F699-18DBE161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5B25C-46CE-94E5-A2B4-22F718520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F577-490F-4108-E90F-719458EA8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B0E0-929B-8F0D-924E-13F126D90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0527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66993-E3F7-C2B2-58D6-F47D981F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69127-7AA3-BC95-7199-AE0386587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6EEC9-7360-FF87-EF24-B86A3552D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3DC4D-84E1-4739-8599-8E98CF8471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9640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6165-1E84-583B-08E3-BCC6EA33C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99E11-CADE-A2F6-29C9-FE04E54E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B42B8-2D86-524A-7C26-79E6B9893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2F741-E5A0-0194-0B3D-12843DB76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3194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5376E-6F4E-2304-A713-26FF7BF0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142E6-1E4F-3EE7-F2D4-257F35102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C5A99-5C2A-88C6-7361-3618AD097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9FEBD-4B14-1E8D-4818-DF2C4319C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5806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2C30-974B-9B48-FF7D-0EDAF7218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6BF19-E42D-D833-E262-2257C9147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BCBC3-F1D0-4F83-A79E-1BF847D5A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61880-40D4-31B1-72E4-49F8EA1B0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1942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476B-5B80-0A06-97E3-1C986A58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F1F8E-611B-3FA6-7FC8-DCE81709E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0FBE9-D80E-2F84-A121-AA6C42F45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F6BF2-5CF9-B2C5-77A8-A57C2EF5C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9927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97ED-8C00-E466-FC8E-CA1CEB23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E1EE2-81BA-EAED-61DB-CEB60066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B48BB-6AFC-117F-A475-EA5D2EC0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4F39-3165-401F-20E7-471AED743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515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B9E12-A5FD-1F9F-A512-F6E09C3A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561B9-14BD-4664-4E75-226A4B5A2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F1D22-0B42-541C-3481-CFBE7FD9E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81255-9F92-D8D6-CB3F-F08C73B5D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5835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EEF7-0BF4-EEF8-0542-44DC57C1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8FFA4-71B7-EBD7-520A-C956A2565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CF230-10F7-6279-7CD3-258CC2C86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FAAFC-1D87-84F7-12EE-59CFEBDF5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1154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12234-A92A-F17D-6053-8D73428C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03134-C5C5-10B3-FB13-CAD02840C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80CC4-2D57-D37F-775C-151A0BDDF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49A89-6618-456E-4DD3-117F8557C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6262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5412-6B87-4CE5-711A-8C9D377F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8F57D-409F-6DAE-34F7-7F191753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413D6-6216-5A08-C8F3-A6CE19C4D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87702-4E32-AC3E-955B-001F998C6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7155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22" name="Google Shape;322;p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a50a4f78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30" name="Google Shape;330;g3ca50a4f78e_1_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Eagle boys </a:t>
            </a:r>
            <a:r>
              <a:rPr lang="en-US" dirty="0" err="1"/>
              <a:t>claimt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hun</a:t>
            </a:r>
            <a:r>
              <a:rPr lang="en-US" dirty="0"/>
              <a:t> pizza’s 12 inch (=30,48 cm) </a:t>
            </a:r>
            <a:r>
              <a:rPr lang="en-US" dirty="0" err="1"/>
              <a:t>groot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-&gt; pizza </a:t>
            </a:r>
            <a:r>
              <a:rPr lang="en-US" dirty="0" err="1"/>
              <a:t>kleiner</a:t>
            </a:r>
            <a:r>
              <a:rPr lang="en-US" dirty="0"/>
              <a:t> dan 11.67 inch is </a:t>
            </a:r>
            <a:r>
              <a:rPr lang="en-US" dirty="0" err="1"/>
              <a:t>onverwacht</a:t>
            </a:r>
            <a:r>
              <a:rPr lang="en-US" dirty="0"/>
              <a:t> (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sd</a:t>
            </a:r>
            <a:r>
              <a:rPr lang="en-US" dirty="0"/>
              <a:t> van 0.2 inch = 0.5 cm)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Pizza in </a:t>
            </a:r>
            <a:r>
              <a:rPr lang="en-US" dirty="0" err="1"/>
              <a:t>afbeelding</a:t>
            </a:r>
            <a:r>
              <a:rPr lang="en-US" dirty="0"/>
              <a:t> is </a:t>
            </a:r>
            <a:r>
              <a:rPr lang="en-US" dirty="0" err="1"/>
              <a:t>zelfs</a:t>
            </a:r>
            <a:r>
              <a:rPr lang="en-US" dirty="0"/>
              <a:t> </a:t>
            </a:r>
            <a:r>
              <a:rPr lang="en-US" dirty="0" err="1"/>
              <a:t>kleiner</a:t>
            </a:r>
            <a:r>
              <a:rPr lang="en-US" dirty="0"/>
              <a:t> dan 11 inch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https://www.reddit.com/r/shrinkflation/comments/177fvqx/pizza_hut_a_medium_12/</a:t>
            </a:r>
            <a:endParaRPr dirty="0"/>
          </a:p>
        </p:txBody>
      </p:sp>
      <p:sp>
        <p:nvSpPr>
          <p:cNvPr id="331" name="Google Shape;331;g3ca50a4f78e_1_0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d114cf16c2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8" name="Google Shape;1228;g3d114cf16c2_0_4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Verklarende statistiek: “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Kunnen we aan de hand van </a:t>
            </a: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gegevens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een </a:t>
            </a: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beslissing trekken 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een </a:t>
            </a: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specifieke onderzoeksvraag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rekening houdend met de intrinsieke </a:t>
            </a: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onzekerheid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verbonden aan het uitvoeren van een (kans)experiment en/of het nemen van een </a:t>
            </a: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steekproef uit een populatie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?” (&lt; slides Steven)</a:t>
            </a:r>
            <a:endParaRPr/>
          </a:p>
        </p:txBody>
      </p:sp>
      <p:sp>
        <p:nvSpPr>
          <p:cNvPr id="1229" name="Google Shape;1229;g3d114cf16c2_0_4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FE0CF549-709F-6181-0744-AA0724C2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a50a4f78e_1_58:notes">
            <a:extLst>
              <a:ext uri="{FF2B5EF4-FFF2-40B4-BE49-F238E27FC236}">
                <a16:creationId xmlns:a16="http://schemas.microsoft.com/office/drawing/2014/main" id="{39FE92BB-F0C5-8471-E33D-CFFEA541A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41" name="Google Shape;341;g3ca50a4f78e_1_58:notes">
            <a:extLst>
              <a:ext uri="{FF2B5EF4-FFF2-40B4-BE49-F238E27FC236}">
                <a16:creationId xmlns:a16="http://schemas.microsoft.com/office/drawing/2014/main" id="{9549114E-82E2-D0B5-5D0C-E32A0A160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Gebruik betrouwbaarheidsinterval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nl-BE" dirty="0"/>
              <a:t>Niet zo zinvol om één schatter te geven, eerder interval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nl-BE" dirty="0"/>
              <a:t>Alternatief voor tweezijdige hypothesetoets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nl-BE" dirty="0"/>
              <a:t>Schatten van populatieparameter als uitkomst significant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342" name="Google Shape;342;g3ca50a4f78e_1_58:notes">
            <a:extLst>
              <a:ext uri="{FF2B5EF4-FFF2-40B4-BE49-F238E27FC236}">
                <a16:creationId xmlns:a16="http://schemas.microsoft.com/office/drawing/2014/main" id="{F4A263B5-0D65-F9F3-2064-AF53B21680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73011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a50a4f78e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41" name="Google Shape;341;g3ca50a4f78e_1_5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g3ca50a4f78e_1_58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a50a4f78e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Google Shape;359;g3ca50a4f78e_1_39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4400" y="3300412"/>
                <a:ext cx="7315200" cy="2700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r>
                  <a:rPr lang="en-US" dirty="0"/>
                  <a:t>R </a:t>
                </a:r>
                <a:r>
                  <a:rPr lang="en-US" dirty="0" err="1"/>
                  <a:t>werkt</a:t>
                </a:r>
                <a:r>
                  <a:rPr lang="en-US" dirty="0"/>
                  <a:t> via de p-</a:t>
                </a:r>
                <a:r>
                  <a:rPr lang="en-US" dirty="0" err="1"/>
                  <a:t>waarde</a:t>
                </a:r>
                <a:r>
                  <a:rPr lang="en-US" dirty="0"/>
                  <a:t>, </a:t>
                </a:r>
                <a:r>
                  <a:rPr lang="en-US" dirty="0" err="1"/>
                  <a:t>niet</a:t>
                </a:r>
                <a:r>
                  <a:rPr lang="en-US" dirty="0"/>
                  <a:t> via het </a:t>
                </a:r>
                <a:r>
                  <a:rPr lang="en-US" dirty="0" err="1"/>
                  <a:t>kritisch</a:t>
                </a:r>
                <a:r>
                  <a:rPr lang="en-US" dirty="0"/>
                  <a:t> punt</a:t>
                </a: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r>
                  <a:rPr lang="en-US" dirty="0" err="1"/>
                  <a:t>Algemene</a:t>
                </a:r>
                <a:r>
                  <a:rPr lang="en-US" dirty="0"/>
                  <a:t> </a:t>
                </a:r>
                <a:r>
                  <a:rPr lang="en-US" dirty="0" err="1"/>
                  <a:t>formule</a:t>
                </a:r>
                <a:r>
                  <a:rPr lang="en-US" dirty="0"/>
                  <a:t> (</a:t>
                </a:r>
                <a:r>
                  <a:rPr lang="en-US" dirty="0" err="1"/>
                  <a:t>gestandaardiseerde</a:t>
                </a:r>
                <a:r>
                  <a:rPr lang="en-US" dirty="0"/>
                  <a:t>) </a:t>
                </a:r>
                <a:r>
                  <a:rPr lang="en-US" dirty="0" err="1"/>
                  <a:t>toetsingsgrootheid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𝑠𝑡𝑎𝑡𝑖𝑠𝑡𝑖𝑒𝑘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𝑠𝑡𝑎𝑡𝑖𝑠𝑡𝑖𝑒𝑘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𝑠𝑒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𝑠𝑡𝑎𝑡𝑖𝑠𝑡𝑖𝑒𝑘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59" name="Google Shape;359;g3ca50a4f78e_1_39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4400" y="3300412"/>
                <a:ext cx="7315200" cy="2700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r>
                  <a:rPr lang="en-US" dirty="0"/>
                  <a:t>R </a:t>
                </a:r>
                <a:r>
                  <a:rPr lang="en-US" dirty="0" err="1"/>
                  <a:t>werkt</a:t>
                </a:r>
                <a:r>
                  <a:rPr lang="en-US" dirty="0"/>
                  <a:t> via de p-</a:t>
                </a:r>
                <a:r>
                  <a:rPr lang="en-US" dirty="0" err="1"/>
                  <a:t>waarde</a:t>
                </a:r>
                <a:r>
                  <a:rPr lang="en-US" dirty="0"/>
                  <a:t>, </a:t>
                </a:r>
                <a:r>
                  <a:rPr lang="en-US" dirty="0" err="1"/>
                  <a:t>niet</a:t>
                </a:r>
                <a:r>
                  <a:rPr lang="en-US" dirty="0"/>
                  <a:t> via het </a:t>
                </a:r>
                <a:r>
                  <a:rPr lang="en-US" dirty="0" err="1"/>
                  <a:t>kritisch</a:t>
                </a:r>
                <a:r>
                  <a:rPr lang="en-US" dirty="0"/>
                  <a:t> punt (</a:t>
                </a:r>
                <a:r>
                  <a:rPr lang="en-US" dirty="0" err="1"/>
                  <a:t>wel</a:t>
                </a:r>
                <a:r>
                  <a:rPr lang="en-US" dirty="0"/>
                  <a:t> op </a:t>
                </a:r>
                <a:r>
                  <a:rPr lang="en-US" dirty="0" err="1"/>
                  <a:t>te</a:t>
                </a:r>
                <a:r>
                  <a:rPr lang="en-US" dirty="0"/>
                  <a:t> </a:t>
                </a:r>
                <a:r>
                  <a:rPr lang="en-US" dirty="0" err="1"/>
                  <a:t>vragen</a:t>
                </a:r>
                <a:r>
                  <a:rPr lang="en-US" dirty="0"/>
                  <a:t>?)</a:t>
                </a: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endParaRPr lang="en-US" dirty="0"/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r>
                  <a:rPr lang="en-US" dirty="0" err="1"/>
                  <a:t>Algemene</a:t>
                </a:r>
                <a:r>
                  <a:rPr lang="en-US" dirty="0"/>
                  <a:t> </a:t>
                </a:r>
                <a:r>
                  <a:rPr lang="en-US" dirty="0" err="1"/>
                  <a:t>formule</a:t>
                </a:r>
                <a:r>
                  <a:rPr lang="en-US" dirty="0"/>
                  <a:t> (</a:t>
                </a:r>
                <a:r>
                  <a:rPr lang="en-US" dirty="0" err="1"/>
                  <a:t>gestandaardiseerde</a:t>
                </a:r>
                <a:r>
                  <a:rPr lang="en-US" dirty="0"/>
                  <a:t>) </a:t>
                </a:r>
                <a:r>
                  <a:rPr lang="en-US" dirty="0" err="1"/>
                  <a:t>toetsingsgrootheid</a:t>
                </a:r>
                <a:r>
                  <a:rPr lang="en-US" dirty="0"/>
                  <a:t> =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nl-BE" b="0" i="0">
                    <a:latin typeface="Cambria Math" panose="02040503050406030204" pitchFamily="18" charset="0"/>
                  </a:rPr>
                  <a:t>𝑠𝑡𝑎𝑡𝑖𝑠𝑡𝑖𝑒𝑘 −𝐸(𝑠𝑡𝑎𝑡𝑖𝑠𝑡𝑖𝑒𝑘)</a:t>
                </a:r>
                <a:r>
                  <a:rPr lang="en-US" b="0" i="0">
                    <a:latin typeface="Cambria Math" panose="02040503050406030204" pitchFamily="18" charset="0"/>
                  </a:rPr>
                  <a:t>)/(</a:t>
                </a:r>
                <a:r>
                  <a:rPr lang="nl-BE" b="0" i="0">
                    <a:latin typeface="Cambria Math" panose="02040503050406030204" pitchFamily="18" charset="0"/>
                  </a:rPr>
                  <a:t>𝑠𝑒(𝑠𝑡𝑎𝑡𝑖𝑠𝑡𝑖𝑒𝑘)</a:t>
                </a:r>
                <a:r>
                  <a:rPr lang="en-US" b="0" i="0">
                    <a:latin typeface="Cambria Math" panose="02040503050406030204" pitchFamily="18" charset="0"/>
                  </a:rPr>
                  <a:t>)</a:t>
                </a:r>
                <a:endParaRPr dirty="0"/>
              </a:p>
            </p:txBody>
          </p:sp>
        </mc:Fallback>
      </mc:AlternateContent>
      <p:sp>
        <p:nvSpPr>
          <p:cNvPr id="360" name="Google Shape;360;g3ca50a4f78e_1_39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a50a4f78e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68" name="Google Shape;368;g3ca50a4f78e_1_3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g3ca50a4f78e_1_31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d990630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77" name="Google Shape;377;g3cd990630fe_0_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" name="Google Shape;378;g3cd990630fe_0_0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a50a4f78e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85" name="Google Shape;385;g3ca50a4f78e_1_4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z.test in R: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https://www.geeksforgeeks.org/r-language/z-test-in-r/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Gelijkaardig aan t.test, maar met sigma.x argument voor gekende sd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g3ca50a4f78e_1_48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a50a4f78e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93" name="Google Shape;393;g3ca50a4f78e_1_6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Formules</a:t>
            </a:r>
            <a:r>
              <a:rPr lang="en-US" dirty="0"/>
              <a:t> (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verdelingen</a:t>
            </a:r>
            <a:r>
              <a:rPr lang="en-US" dirty="0"/>
              <a:t>) op slides</a:t>
            </a:r>
            <a:r>
              <a:rPr lang="nl-BE" dirty="0"/>
              <a:t> want volgens leerplannen ook zelf te kunnen berekenen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E(</a:t>
            </a:r>
            <a:r>
              <a:rPr lang="en-US" dirty="0" err="1"/>
              <a:t>Xgem</a:t>
            </a:r>
            <a:r>
              <a:rPr lang="en-US" dirty="0"/>
              <a:t>) = µ </a:t>
            </a:r>
            <a:r>
              <a:rPr lang="en-US" dirty="0" err="1"/>
              <a:t>aangezien</a:t>
            </a:r>
            <a:r>
              <a:rPr lang="en-US" dirty="0"/>
              <a:t> </a:t>
            </a:r>
            <a:r>
              <a:rPr lang="en-US" dirty="0" err="1"/>
              <a:t>Xgem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onvertekende</a:t>
            </a:r>
            <a:r>
              <a:rPr lang="en-US" dirty="0"/>
              <a:t> </a:t>
            </a:r>
            <a:r>
              <a:rPr lang="en-US" dirty="0" err="1"/>
              <a:t>schatter</a:t>
            </a:r>
            <a:r>
              <a:rPr lang="en-US" dirty="0"/>
              <a:t> is </a:t>
            </a:r>
            <a:r>
              <a:rPr lang="en-US" dirty="0" err="1"/>
              <a:t>voor</a:t>
            </a:r>
            <a:r>
              <a:rPr lang="en-US" dirty="0"/>
              <a:t> µ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Bovendien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se(</a:t>
            </a:r>
            <a:r>
              <a:rPr lang="en-US" dirty="0" err="1"/>
              <a:t>Xgem</a:t>
            </a:r>
            <a:r>
              <a:rPr lang="en-US" dirty="0"/>
              <a:t>) = sigma/</a:t>
            </a:r>
            <a:r>
              <a:rPr lang="en-US" dirty="0" err="1"/>
              <a:t>wortel</a:t>
            </a:r>
            <a:r>
              <a:rPr lang="en-US" dirty="0"/>
              <a:t> (n) is de </a:t>
            </a:r>
            <a:r>
              <a:rPr lang="en-US" dirty="0" err="1"/>
              <a:t>standaardfout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Xgem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enkele</a:t>
            </a:r>
            <a:r>
              <a:rPr lang="en-US" dirty="0"/>
              <a:t> </a:t>
            </a:r>
            <a:r>
              <a:rPr lang="en-US" dirty="0" err="1"/>
              <a:t>realistische</a:t>
            </a:r>
            <a:r>
              <a:rPr lang="en-US" dirty="0"/>
              <a:t> </a:t>
            </a:r>
            <a:r>
              <a:rPr lang="en-US" dirty="0" err="1"/>
              <a:t>studie</a:t>
            </a:r>
            <a:r>
              <a:rPr lang="en-US" dirty="0"/>
              <a:t> is sigma </a:t>
            </a:r>
            <a:r>
              <a:rPr lang="en-US" dirty="0" err="1"/>
              <a:t>gekend</a:t>
            </a:r>
            <a:r>
              <a:rPr lang="en-US" dirty="0"/>
              <a:t>,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we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grootheid</a:t>
            </a:r>
            <a:r>
              <a:rPr lang="en-US" dirty="0"/>
              <a:t> </a:t>
            </a:r>
            <a:r>
              <a:rPr lang="en-US" dirty="0" err="1"/>
              <a:t>vervangen</a:t>
            </a:r>
            <a:r>
              <a:rPr lang="en-US" dirty="0"/>
              <a:t> door de </a:t>
            </a:r>
            <a:r>
              <a:rPr lang="en-US" dirty="0" err="1"/>
              <a:t>steekproefstandaardafwijking</a:t>
            </a:r>
            <a:endParaRPr dirty="0"/>
          </a:p>
        </p:txBody>
      </p:sp>
      <p:sp>
        <p:nvSpPr>
          <p:cNvPr id="394" name="Google Shape;394;g3ca50a4f78e_1_68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4E1BE675-E042-091B-0B9A-714FB061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a50a4f78e_1_68:notes">
            <a:extLst>
              <a:ext uri="{FF2B5EF4-FFF2-40B4-BE49-F238E27FC236}">
                <a16:creationId xmlns:a16="http://schemas.microsoft.com/office/drawing/2014/main" id="{5367CDC6-6040-2E3A-6428-EF427ECC7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93" name="Google Shape;393;g3ca50a4f78e_1_68:notes">
            <a:extLst>
              <a:ext uri="{FF2B5EF4-FFF2-40B4-BE49-F238E27FC236}">
                <a16:creationId xmlns:a16="http://schemas.microsoft.com/office/drawing/2014/main" id="{54D9D293-F28B-785A-93A8-5C1979C89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Sigma als gekend veronderstel bij Z-toets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nl-BE" dirty="0"/>
              <a:t> centrale limietstelling: ook toe te passen vanaf n≥30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nl-BE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 err="1"/>
              <a:t>sigma.x</a:t>
            </a:r>
            <a:r>
              <a:rPr lang="nl-BE" dirty="0"/>
              <a:t> specifiëren voor </a:t>
            </a:r>
            <a:r>
              <a:rPr lang="nl-BE" dirty="0" err="1"/>
              <a:t>z.test</a:t>
            </a:r>
            <a:r>
              <a:rPr lang="nl-BE" dirty="0"/>
              <a:t> (via </a:t>
            </a:r>
            <a:r>
              <a:rPr lang="nl-BE" dirty="0" err="1"/>
              <a:t>sd</a:t>
            </a:r>
            <a:r>
              <a:rPr lang="nl-BE" dirty="0"/>
              <a:t>() als centrale limietstelling toegepast)</a:t>
            </a:r>
            <a:endParaRPr dirty="0"/>
          </a:p>
        </p:txBody>
      </p:sp>
      <p:sp>
        <p:nvSpPr>
          <p:cNvPr id="394" name="Google Shape;394;g3ca50a4f78e_1_68:notes">
            <a:extLst>
              <a:ext uri="{FF2B5EF4-FFF2-40B4-BE49-F238E27FC236}">
                <a16:creationId xmlns:a16="http://schemas.microsoft.com/office/drawing/2014/main" id="{A43B25E8-A389-9811-9DD3-CBA7C6733C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097409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6F46F6A8-FD37-080F-939F-293F003F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a50a4f78e_1_79:notes">
            <a:extLst>
              <a:ext uri="{FF2B5EF4-FFF2-40B4-BE49-F238E27FC236}">
                <a16:creationId xmlns:a16="http://schemas.microsoft.com/office/drawing/2014/main" id="{6A1721EC-AF37-B41A-9E9C-D812B5F80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07" name="Google Shape;407;g3ca50a4f78e_1_79:notes">
            <a:extLst>
              <a:ext uri="{FF2B5EF4-FFF2-40B4-BE49-F238E27FC236}">
                <a16:creationId xmlns:a16="http://schemas.microsoft.com/office/drawing/2014/main" id="{8227C2FD-C546-4573-D09C-D662B30E3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Delen door 2.54 omdat de dataset de pizzadiameters in cm’s bevat.</a:t>
            </a:r>
            <a:endParaRPr/>
          </a:p>
        </p:txBody>
      </p:sp>
      <p:sp>
        <p:nvSpPr>
          <p:cNvPr id="408" name="Google Shape;408;g3ca50a4f78e_1_79:notes">
            <a:extLst>
              <a:ext uri="{FF2B5EF4-FFF2-40B4-BE49-F238E27FC236}">
                <a16:creationId xmlns:a16="http://schemas.microsoft.com/office/drawing/2014/main" id="{1F25CE98-6284-AE99-A576-0127B15660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844204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A33D28CB-C530-A4C6-2F03-1038E35A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a50a4f78e_1_68:notes">
            <a:extLst>
              <a:ext uri="{FF2B5EF4-FFF2-40B4-BE49-F238E27FC236}">
                <a16:creationId xmlns:a16="http://schemas.microsoft.com/office/drawing/2014/main" id="{6462B2E7-1891-8161-BCF0-700D9F319C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93" name="Google Shape;393;g3ca50a4f78e_1_68:notes">
            <a:extLst>
              <a:ext uri="{FF2B5EF4-FFF2-40B4-BE49-F238E27FC236}">
                <a16:creationId xmlns:a16="http://schemas.microsoft.com/office/drawing/2014/main" id="{261BF13B-0D0D-8CDB-DC94-4C069A526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94" name="Google Shape;394;g3ca50a4f78e_1_68:notes">
            <a:extLst>
              <a:ext uri="{FF2B5EF4-FFF2-40B4-BE49-F238E27FC236}">
                <a16:creationId xmlns:a16="http://schemas.microsoft.com/office/drawing/2014/main" id="{EB8B9FA5-8C37-39D9-F6EB-E70AB7F0B9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632452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d990630f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18" name="Google Shape;418;g3cd990630fe_0_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npi</a:t>
            </a:r>
            <a:r>
              <a:rPr lang="en-US" dirty="0"/>
              <a:t> &gt; 5 </a:t>
            </a:r>
            <a:r>
              <a:rPr lang="en-US" dirty="0" err="1"/>
              <a:t>en</a:t>
            </a:r>
            <a:r>
              <a:rPr lang="en-US" dirty="0"/>
              <a:t> n(1-pi) &gt; 5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nog correct = FALSE toevoegen aan R-functie, anders wordt continuïteitscorrectie toegevoegd en wordt er een andere toetsingsgrootheid bekomen</a:t>
            </a:r>
            <a:endParaRPr dirty="0"/>
          </a:p>
        </p:txBody>
      </p:sp>
      <p:sp>
        <p:nvSpPr>
          <p:cNvPr id="419" name="Google Shape;419;g3cd990630fe_0_8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d990630f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31" name="Google Shape;431;g3cd990630fe_0_2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Delen door 2.54 </a:t>
            </a:r>
            <a:r>
              <a:rPr lang="en-US" dirty="0" err="1"/>
              <a:t>omdat</a:t>
            </a:r>
            <a:r>
              <a:rPr lang="en-US" dirty="0"/>
              <a:t> de dataset de </a:t>
            </a:r>
            <a:r>
              <a:rPr lang="en-US" dirty="0" err="1"/>
              <a:t>pizzadiameters</a:t>
            </a:r>
            <a:r>
              <a:rPr lang="en-US" dirty="0"/>
              <a:t> in cm’s </a:t>
            </a:r>
            <a:r>
              <a:rPr lang="en-US" dirty="0" err="1"/>
              <a:t>bevat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2" name="Google Shape;432;g3cd990630fe_0_25:notes"/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0B0FD22B-3290-990C-201E-4D1B9B12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a50a4f78e_1_68:notes">
            <a:extLst>
              <a:ext uri="{FF2B5EF4-FFF2-40B4-BE49-F238E27FC236}">
                <a16:creationId xmlns:a16="http://schemas.microsoft.com/office/drawing/2014/main" id="{59E7426C-AA4B-1D53-F18C-647395D3B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393" name="Google Shape;393;g3ca50a4f78e_1_68:notes">
            <a:extLst>
              <a:ext uri="{FF2B5EF4-FFF2-40B4-BE49-F238E27FC236}">
                <a16:creationId xmlns:a16="http://schemas.microsoft.com/office/drawing/2014/main" id="{4C3C9B3B-D025-A759-312F-EAE4D575E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Gebruik normaalverdeling eenvoudiger voor eenzijdige testen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&lt; </a:t>
            </a:r>
            <a:r>
              <a:rPr lang="nl-BE" dirty="0" err="1"/>
              <a:t>chi</a:t>
            </a:r>
            <a:r>
              <a:rPr lang="nl-BE" dirty="0"/>
              <a:t>-kwadraat is altijd tweezijdige test, dus p-waarde (en juiste zijde van verdeling) moet dan door twee gedeeld worden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nl-BE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! Berekening betrouwbaarheidsintervallen via de Wilson methode (dus andere uitkomst dan via eerder gegeven formule</a:t>
            </a:r>
          </a:p>
        </p:txBody>
      </p:sp>
      <p:sp>
        <p:nvSpPr>
          <p:cNvPr id="394" name="Google Shape;394;g3ca50a4f78e_1_68:notes">
            <a:extLst>
              <a:ext uri="{FF2B5EF4-FFF2-40B4-BE49-F238E27FC236}">
                <a16:creationId xmlns:a16="http://schemas.microsoft.com/office/drawing/2014/main" id="{88FF9302-4DD7-CEFC-FD31-5C3C28113C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064892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85361CCC-2C28-65FD-2CD9-8DEDCA4C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d990630fe_0_37:notes">
            <a:extLst>
              <a:ext uri="{FF2B5EF4-FFF2-40B4-BE49-F238E27FC236}">
                <a16:creationId xmlns:a16="http://schemas.microsoft.com/office/drawing/2014/main" id="{8F188D86-05C1-4434-AAD0-287D41D63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43" name="Google Shape;443;g3cd990630fe_0_37:notes">
            <a:extLst>
              <a:ext uri="{FF2B5EF4-FFF2-40B4-BE49-F238E27FC236}">
                <a16:creationId xmlns:a16="http://schemas.microsoft.com/office/drawing/2014/main" id="{5266E4D1-8BA1-C640-6ABA-98ECCB0E50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Nog</a:t>
            </a:r>
            <a:r>
              <a:rPr lang="en-US" dirty="0"/>
              <a:t> steeds </a:t>
            </a:r>
            <a:r>
              <a:rPr lang="en-US" dirty="0" err="1"/>
              <a:t>gedeeld</a:t>
            </a:r>
            <a:r>
              <a:rPr lang="en-US" dirty="0"/>
              <a:t> door 2.54 om de </a:t>
            </a:r>
            <a:r>
              <a:rPr lang="en-US" dirty="0" err="1"/>
              <a:t>vergelijking</a:t>
            </a:r>
            <a:r>
              <a:rPr lang="en-US" dirty="0"/>
              <a:t> in inch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houden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Kan je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weglaten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dan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leerlingen</a:t>
            </a:r>
            <a:r>
              <a:rPr lang="en-US" dirty="0"/>
              <a:t> </a:t>
            </a:r>
            <a:r>
              <a:rPr lang="en-US" dirty="0" err="1"/>
              <a:t>vragen</a:t>
            </a:r>
            <a:r>
              <a:rPr lang="en-US" dirty="0"/>
              <a:t> om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verklaren</a:t>
            </a:r>
            <a:r>
              <a:rPr lang="en-US" dirty="0"/>
              <a:t> </a:t>
            </a:r>
            <a:r>
              <a:rPr lang="en-US" dirty="0" err="1"/>
              <a:t>waarom</a:t>
            </a:r>
            <a:r>
              <a:rPr lang="en-US" dirty="0"/>
              <a:t> de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“mean of x” </a:t>
            </a:r>
            <a:r>
              <a:rPr lang="en-US" dirty="0" err="1"/>
              <a:t>en</a:t>
            </a:r>
            <a:r>
              <a:rPr lang="en-US" dirty="0"/>
              <a:t> “mean of y”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groter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dan </a:t>
            </a:r>
            <a:r>
              <a:rPr lang="en-US" dirty="0" err="1"/>
              <a:t>voorheen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44" name="Google Shape;444;g3cd990630fe_0_37:notes">
            <a:extLst>
              <a:ext uri="{FF2B5EF4-FFF2-40B4-BE49-F238E27FC236}">
                <a16:creationId xmlns:a16="http://schemas.microsoft.com/office/drawing/2014/main" id="{EC5A9A39-FCDA-66BB-3B84-24D235F057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298482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>
          <a:extLst>
            <a:ext uri="{FF2B5EF4-FFF2-40B4-BE49-F238E27FC236}">
              <a16:creationId xmlns:a16="http://schemas.microsoft.com/office/drawing/2014/main" id="{2310A171-ED46-8A8F-CA8B-77B60ACE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d990630fe_0_8:notes">
            <a:extLst>
              <a:ext uri="{FF2B5EF4-FFF2-40B4-BE49-F238E27FC236}">
                <a16:creationId xmlns:a16="http://schemas.microsoft.com/office/drawing/2014/main" id="{2AC2A50D-1594-616E-A1AC-7FE8124B6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BE"/>
          </a:p>
        </p:txBody>
      </p:sp>
      <p:sp>
        <p:nvSpPr>
          <p:cNvPr id="418" name="Google Shape;418;g3cd990630fe_0_8:notes">
            <a:extLst>
              <a:ext uri="{FF2B5EF4-FFF2-40B4-BE49-F238E27FC236}">
                <a16:creationId xmlns:a16="http://schemas.microsoft.com/office/drawing/2014/main" id="{E42B6535-B0F9-22E8-788C-8183A62C8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Werken met cm om niet te snel al op basis van vorige analyses het antwoord te weten.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nl-BE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Ev. optioneel: 4 uitschieters voor </a:t>
            </a:r>
            <a:r>
              <a:rPr lang="nl-BE" dirty="0" err="1"/>
              <a:t>ThinNCrispy</a:t>
            </a:r>
            <a:r>
              <a:rPr lang="nl-BE" dirty="0"/>
              <a:t> weglaten en analyse opnieuw uitvoeren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nl-BE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Optioneel: laat studenten zelf eens naar de (huidige) website van Domino’s surfen en enkele hypothesetoetsen formuleren die ze zouden kunnen testen met de gegeven data.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nl-BE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BE" dirty="0"/>
              <a:t>Oplossingen: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nl-BE" dirty="0"/>
              <a:t>99%BI: [27,17 ; 27,71]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nl-BE" dirty="0"/>
              <a:t>Tweezijdige hypothesetoets: diameter van </a:t>
            </a:r>
            <a:r>
              <a:rPr lang="nl-BE" dirty="0" err="1"/>
              <a:t>Thin</a:t>
            </a:r>
            <a:r>
              <a:rPr lang="nl-BE" dirty="0"/>
              <a:t> &amp; Crispy pizza is verschillend van 30 cm (en effectief kleiner)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nl-BE" dirty="0" err="1"/>
              <a:t>DeepPan</a:t>
            </a:r>
            <a:r>
              <a:rPr lang="nl-BE" dirty="0"/>
              <a:t> Domino’s pizza’s zijn niet kleiner dan pizza’s met een klassieke korst, maar kleiner dan pizza’s met een dunnen korst</a:t>
            </a:r>
            <a:endParaRPr dirty="0"/>
          </a:p>
        </p:txBody>
      </p:sp>
      <p:sp>
        <p:nvSpPr>
          <p:cNvPr id="419" name="Google Shape;419;g3cd990630fe_0_8:notes">
            <a:extLst>
              <a:ext uri="{FF2B5EF4-FFF2-40B4-BE49-F238E27FC236}">
                <a16:creationId xmlns:a16="http://schemas.microsoft.com/office/drawing/2014/main" id="{E3F98BA0-87EE-3B4B-26DB-0531EB0FD7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1"/>
            <a:ext cx="3962400" cy="34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44854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E982-DBDC-D149-924D-522488BE1B5F}" type="slidenum">
              <a:rPr lang="en-BE" smtClean="0"/>
              <a:t>72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358572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cf00bf5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24" name="Google Shape;1124;g3cf00bf52e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g3cf00bf52e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cf00bf52e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31" name="Google Shape;1131;g3cf00bf52eb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g3cf00bf52eb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cf00bf52e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38" name="Google Shape;1138;g3cf00bf52eb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g3cf00bf52eb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d05452ebe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45" name="Google Shape;1145;g3d05452ebeb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g3d05452ebeb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cf00bf52e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52" name="Google Shape;1152;g3cf00bf52eb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g3cf00bf52eb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d05452ebe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59" name="Google Shape;1159;g3d05452ebeb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g3d05452ebeb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cf00bf52e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70" name="Google Shape;1170;g3cf00bf52eb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g3cf00bf52eb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cf00bf52e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77" name="Google Shape;1177;g3cf00bf52eb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g3cf00bf52eb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d05452ebe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84" name="Google Shape;1184;g3d05452ebeb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g3d05452ebeb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44563-CA0D-2914-33B5-AA9C937B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CD646-DDAC-992A-220D-EC8B5B19D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07BBB-B18D-7555-561F-1C30DA47C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89F5A-4F64-1529-967D-6BBA13402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E982-DBDC-D149-924D-522488BE1B5F}" type="slidenum">
              <a:rPr lang="en-BE" smtClean="0"/>
              <a:t>82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43396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>
          <a:extLst>
            <a:ext uri="{FF2B5EF4-FFF2-40B4-BE49-F238E27FC236}">
              <a16:creationId xmlns:a16="http://schemas.microsoft.com/office/drawing/2014/main" id="{0D4A158E-03D8-F6FC-96E3-519EAAC5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d05452ebeb_0_35:notes">
            <a:extLst>
              <a:ext uri="{FF2B5EF4-FFF2-40B4-BE49-F238E27FC236}">
                <a16:creationId xmlns:a16="http://schemas.microsoft.com/office/drawing/2014/main" id="{8171CCD0-809F-7C68-1B34-D0F8095F7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BE"/>
          </a:p>
        </p:txBody>
      </p:sp>
      <p:sp>
        <p:nvSpPr>
          <p:cNvPr id="1184" name="Google Shape;1184;g3d05452ebeb_0_35:notes">
            <a:extLst>
              <a:ext uri="{FF2B5EF4-FFF2-40B4-BE49-F238E27FC236}">
                <a16:creationId xmlns:a16="http://schemas.microsoft.com/office/drawing/2014/main" id="{AEC4FDAE-6E31-9D5F-4EA2-5BF09026E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g3d05452ebeb_0_35:notes">
            <a:extLst>
              <a:ext uri="{FF2B5EF4-FFF2-40B4-BE49-F238E27FC236}">
                <a16:creationId xmlns:a16="http://schemas.microsoft.com/office/drawing/2014/main" id="{21DEE50B-88F2-1BE4-911D-39DC492946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63145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D183-DE35-A6A2-5E40-F0F77FD7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BE697-A7D5-079A-63A9-A567A4454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A8FA9-1DCF-B39F-E1E9-CE346C2C7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A86E3-2F89-19C4-8F0C-B0436E26D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4074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7C0E-C304-A9E7-5797-B791CC32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BC147-C09F-B83D-BD5E-F6E449023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BB71B-6728-2254-0B47-ECEE9057A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7F5EE-A890-9B82-30A8-93A360F6E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87321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425E-DDCD-6B16-DB51-374D0BAD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28339-6CFC-50EB-8017-18B23F0EF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24C5F-BE3A-F419-6FAC-203F61394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3F8DA-DA78-2D48-AB8D-3A38803B9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267D3A-53C5-436C-98E7-077C76BAA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28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D5BA-522E-7FCD-3AA1-B3F5A20F7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80337-20C8-3474-79B8-2242CC400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9EC39-7966-1178-A4E4-93B27A93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7813B-8DFD-3512-4DB4-AE61F8DB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C8049-1122-6687-F7BD-A85F7302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83599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3711-CF28-4C39-0C96-3AB24FDC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3B089-2072-A576-A350-46F131562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34841-B2F6-B2A9-D884-5A9DB212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6A6C-EAD7-42DA-5658-6275F66D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367F7-5615-F2E4-95D9-3E04189C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803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EE15-E5F9-57CF-E42C-58D704EC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D6DC7-626B-D817-8FCF-E7289F7D4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0FCA-C080-B70D-5993-E4F696F9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96C1C-0A5A-8C6C-041B-90409DB1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476A9-FB4C-D399-18F9-ADE0B240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5305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0E6D-C277-68E8-8587-6D98806D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015F-6040-54D9-2593-312260A56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E1730-3AB2-D167-7F6F-9AA97FC15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89492-9541-90A2-88F9-D253A8D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47BCB-4478-1AEC-7D12-A7EF024A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A8041-AC5D-FFEA-E930-26525DBE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9244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5B4A-B2A2-4AE2-E400-F5BCC45A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86093-FE43-A8C7-953C-7FEEBB3B6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E4C55-A6C5-C61D-72E3-E8C409940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B2F51-4015-D393-DCC2-EAA93297D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9B241-0D5E-2BB7-AB57-C0DC8F786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EBBC3-45EC-F14D-EB21-1202AA87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49B0DC-BC89-7C39-5E0F-B0602D61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767E3-0662-4ECB-CC5F-BD5E3E55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958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9000-2E57-1A20-4AD1-DE85FC23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075AF-E381-555D-F59A-C4B295D4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BCF2-9C3B-A9A5-7FAF-D00D35C79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AC54F-0986-5EE0-8752-CC096D18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6173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84501-D640-C60A-241F-3754DE0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E15C4-B025-FB11-3A4C-0CB4FC91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6B264-66DE-6B8E-DE31-A21E5AFD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013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229B-B65F-60F5-2869-749B022C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A9D28-6CCD-C9D9-7A26-7E0076930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BE20C-9EFA-74B0-ED84-B56FE742B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63003-0FBA-8EBD-2FE0-57E8AA50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0BB4E-0823-B4E3-48B4-E45ECB4B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03E37-5265-A1EB-2833-00AF83F6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267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A6D1-E949-9957-7908-AF64A991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986CF-33D8-E2DD-F0EC-4902F508B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0D6A8-359C-25BD-3FD8-DF1CABB0D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91870-9853-1F8B-EEC5-FFB68C06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A1DEA-B378-5EE1-D6BA-5BEA57CF8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B047C-847D-1AF9-B1E9-380B3A24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091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D34D-9FF0-DDD8-90F9-678481B1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CBFC9-23AB-7415-F96F-47EAF60E6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83556-D3F8-6FE5-726B-113FB861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AE12B-C509-1E48-C13E-AC4B48BE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157BD-7D6A-6323-F0F0-C64AA03A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8776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F3066-E840-4332-CBB6-14A222BF6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32D78-A03F-920B-13BA-38AD4224F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380DC-47B2-5734-7222-707604AC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ED279-4A8B-6D16-4325-D6D66C37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94568-02BA-E9B3-3FD4-E9CD5683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952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7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00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3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8693888" y="3429000"/>
            <a:ext cx="2469412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3583763" y="3429000"/>
            <a:ext cx="2469412" cy="2362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3429000"/>
            <a:ext cx="2468880" cy="235915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138863" y="3429000"/>
            <a:ext cx="2468880" cy="235915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67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96000" y="3994150"/>
            <a:ext cx="5060950" cy="1797051"/>
          </a:xfrm>
          <a:prstGeom prst="roundRect">
            <a:avLst>
              <a:gd name="adj" fmla="val 2630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80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5675144" y="685800"/>
            <a:ext cx="3640951" cy="1790888"/>
          </a:xfrm>
          <a:prstGeom prst="roundRect">
            <a:avLst>
              <a:gd name="adj" fmla="val 241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 userDrawn="1"/>
        </p:nvSpPr>
        <p:spPr>
          <a:xfrm>
            <a:off x="5675145" y="4381312"/>
            <a:ext cx="3640950" cy="1790888"/>
          </a:xfrm>
          <a:prstGeom prst="roundRect">
            <a:avLst>
              <a:gd name="adj" fmla="val 123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 userDrawn="1"/>
        </p:nvSpPr>
        <p:spPr>
          <a:xfrm>
            <a:off x="7525208" y="2533556"/>
            <a:ext cx="3640951" cy="1790888"/>
          </a:xfrm>
          <a:prstGeom prst="roundRect">
            <a:avLst>
              <a:gd name="adj" fmla="val 123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685800"/>
            <a:ext cx="4581144" cy="5486400"/>
          </a:xfrm>
          <a:prstGeom prst="roundRect">
            <a:avLst>
              <a:gd name="adj" fmla="val 152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375775" y="685800"/>
            <a:ext cx="1792224" cy="1792224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675313" y="2533650"/>
            <a:ext cx="1792224" cy="1792224"/>
          </a:xfrm>
          <a:prstGeom prst="roundRect">
            <a:avLst>
              <a:gd name="adj" fmla="val 2592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75775" y="4381500"/>
            <a:ext cx="1792224" cy="1792224"/>
          </a:xfrm>
          <a:prstGeom prst="roundRect">
            <a:avLst>
              <a:gd name="adj" fmla="val 2006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58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5560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833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6106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15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979996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931292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82588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833884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2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36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523038" y="2514600"/>
            <a:ext cx="2286000" cy="16002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877300" y="2514600"/>
            <a:ext cx="2286000" cy="16002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877300" y="4191000"/>
            <a:ext cx="2286000" cy="16002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523038" y="4191000"/>
            <a:ext cx="2286000" cy="16002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038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 userDrawn="1"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 userDrawn="1"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14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ingl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187950" cy="6858000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07149" y="2519474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68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73075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44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42988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94100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145212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696323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136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948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107113" y="693738"/>
            <a:ext cx="2514600" cy="2724912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651875" y="693738"/>
            <a:ext cx="2514600" cy="272491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107113" y="3448050"/>
            <a:ext cx="2514600" cy="272491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651875" y="3448050"/>
            <a:ext cx="2514600" cy="2724912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38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95555" y="4392943"/>
            <a:ext cx="3234956" cy="13982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2514599"/>
            <a:ext cx="3234516" cy="327342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560452" y="2514599"/>
            <a:ext cx="3604435" cy="327342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97952" y="2512249"/>
            <a:ext cx="3232559" cy="185814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58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699" y="701675"/>
            <a:ext cx="4149725" cy="5470525"/>
          </a:xfrm>
          <a:prstGeom prst="roundRect">
            <a:avLst>
              <a:gd name="adj" fmla="val 1217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077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96000" y="701675"/>
            <a:ext cx="2514600" cy="345643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648700" y="701675"/>
            <a:ext cx="2514600" cy="197510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648700" y="2716213"/>
            <a:ext cx="2514600" cy="345643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96000" y="4200525"/>
            <a:ext cx="2514600" cy="197510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61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797313" y="4152935"/>
            <a:ext cx="1365987" cy="1638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699" y="2514599"/>
            <a:ext cx="3657600" cy="162763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711699" y="2514599"/>
            <a:ext cx="2304288" cy="327355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043737" y="2515079"/>
            <a:ext cx="4123944" cy="1618488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43738" y="4153379"/>
            <a:ext cx="2724912" cy="1636776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2865437" y="4164012"/>
            <a:ext cx="1819656" cy="162763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699" y="4164012"/>
            <a:ext cx="1810512" cy="162763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332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2878138" y="685800"/>
            <a:ext cx="3639312" cy="363931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684213"/>
            <a:ext cx="1792224" cy="17922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028700" y="2533650"/>
            <a:ext cx="1792224" cy="17922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028700" y="4381500"/>
            <a:ext cx="1792224" cy="17922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2878138" y="4381500"/>
            <a:ext cx="1792224" cy="17922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729163" y="4381500"/>
            <a:ext cx="1792224" cy="17922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543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028699" y="2535237"/>
            <a:ext cx="2378075" cy="237807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3615531" y="2535236"/>
            <a:ext cx="2378075" cy="237807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202363" y="2535236"/>
            <a:ext cx="2378075" cy="237807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789195" y="2535235"/>
            <a:ext cx="2378075" cy="237807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89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93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03937" y="2030412"/>
            <a:ext cx="2432304" cy="377647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526462" y="2030411"/>
            <a:ext cx="3666744" cy="18288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531224" y="3859212"/>
            <a:ext cx="1828800" cy="194767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0355262" y="3859212"/>
            <a:ext cx="1837944" cy="194767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333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187950" cy="68580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235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602227" y="4412215"/>
            <a:ext cx="4561072" cy="1396263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602412" y="2532062"/>
            <a:ext cx="2258568" cy="1847088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902699" y="2532062"/>
            <a:ext cx="2258568" cy="1847088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302124" y="2532062"/>
            <a:ext cx="2258568" cy="1847088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28699" y="2532062"/>
            <a:ext cx="3236976" cy="327355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4302125" y="4411662"/>
            <a:ext cx="2258568" cy="139903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621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4462463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896225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486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020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8441366" y="3454400"/>
            <a:ext cx="2721933" cy="27178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5659437" y="6857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7050087" y="6857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8440737" y="6857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9831387" y="6857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9831387" y="20700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8440737" y="20700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7050087" y="20700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5659437" y="20700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7050087" y="34543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5659437" y="34543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5659437" y="48386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7050087" y="4838699"/>
            <a:ext cx="1335024" cy="1335024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11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096000" y="-1"/>
            <a:ext cx="6096000" cy="338296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096000" y="3475037"/>
            <a:ext cx="6096000" cy="338296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159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84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c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028700" y="2514600"/>
            <a:ext cx="2363086" cy="3276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3619205" y="2514600"/>
            <a:ext cx="2363086" cy="32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8800214" y="2514600"/>
            <a:ext cx="2363086" cy="327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209710" y="2514600"/>
            <a:ext cx="2363086" cy="327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4639" y="2514600"/>
            <a:ext cx="2363086" cy="134461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619057" y="2514600"/>
            <a:ext cx="2363086" cy="134461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6206239" y="2514599"/>
            <a:ext cx="2363086" cy="134461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8800214" y="2514598"/>
            <a:ext cx="2363086" cy="134461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333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699" y="701675"/>
            <a:ext cx="4151313" cy="161925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028698" y="2438400"/>
            <a:ext cx="4151313" cy="161925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028697" y="4175125"/>
            <a:ext cx="4151313" cy="161925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804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096000" y="685799"/>
            <a:ext cx="5067300" cy="1800225"/>
          </a:xfrm>
          <a:prstGeom prst="roundRect">
            <a:avLst>
              <a:gd name="adj" fmla="val 3036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648700" y="2514600"/>
            <a:ext cx="2514600" cy="1831975"/>
          </a:xfrm>
          <a:prstGeom prst="roundRect">
            <a:avLst>
              <a:gd name="adj" fmla="val 3036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Rounded Rectangle 9"/>
          <p:cNvSpPr/>
          <p:nvPr userDrawn="1"/>
        </p:nvSpPr>
        <p:spPr>
          <a:xfrm>
            <a:off x="6095999" y="2514600"/>
            <a:ext cx="2514600" cy="3276600"/>
          </a:xfrm>
          <a:prstGeom prst="roundRect">
            <a:avLst>
              <a:gd name="adj" fmla="val 191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 userDrawn="1"/>
        </p:nvSpPr>
        <p:spPr>
          <a:xfrm>
            <a:off x="8648700" y="4380609"/>
            <a:ext cx="2514600" cy="1410591"/>
          </a:xfrm>
          <a:prstGeom prst="roundRect">
            <a:avLst>
              <a:gd name="adj" fmla="val 191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407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7006856" y="3455579"/>
            <a:ext cx="2647507" cy="2335621"/>
          </a:xfrm>
          <a:prstGeom prst="roundRect">
            <a:avLst>
              <a:gd name="adj" fmla="val 1047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9686257" y="3455579"/>
            <a:ext cx="1477043" cy="2335621"/>
          </a:xfrm>
          <a:prstGeom prst="roundRect">
            <a:avLst>
              <a:gd name="adj" fmla="val 10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06856" y="701675"/>
            <a:ext cx="4156444" cy="2727325"/>
          </a:xfrm>
          <a:prstGeom prst="roundRect">
            <a:avLst>
              <a:gd name="adj" fmla="val 226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95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6178550" y="685800"/>
            <a:ext cx="3100388" cy="3676650"/>
          </a:xfrm>
          <a:prstGeom prst="roundRect">
            <a:avLst>
              <a:gd name="adj" fmla="val 1341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793874" y="685800"/>
            <a:ext cx="4297363" cy="2743200"/>
          </a:xfrm>
          <a:prstGeom prst="roundRect">
            <a:avLst>
              <a:gd name="adj" fmla="val 1887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28700" y="3496441"/>
            <a:ext cx="3236913" cy="2296347"/>
          </a:xfrm>
          <a:prstGeom prst="roundRect">
            <a:avLst>
              <a:gd name="adj" fmla="val 120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501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38225" y="3498850"/>
            <a:ext cx="3236913" cy="2668588"/>
          </a:xfrm>
          <a:prstGeom prst="roundRect">
            <a:avLst>
              <a:gd name="adj" fmla="val 120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6162675" y="682625"/>
            <a:ext cx="2360613" cy="2743200"/>
          </a:xfrm>
          <a:prstGeom prst="roundRect">
            <a:avLst>
              <a:gd name="adj" fmla="val 120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8597900" y="3498850"/>
            <a:ext cx="2570163" cy="2668588"/>
          </a:xfrm>
          <a:prstGeom prst="roundRect">
            <a:avLst>
              <a:gd name="adj" fmla="val 1205"/>
            </a:avLst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50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004050" y="0"/>
            <a:ext cx="5187950" cy="68580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533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031494" y="4664076"/>
            <a:ext cx="1133856" cy="1133856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589202" y="4664076"/>
            <a:ext cx="1133856" cy="1133856"/>
          </a:xfrm>
          <a:prstGeom prst="ellipse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128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inio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700" y="685800"/>
            <a:ext cx="10134600" cy="54864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998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674247" y="2339974"/>
            <a:ext cx="2362200" cy="313531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985022" y="3306763"/>
            <a:ext cx="3170238" cy="2360612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75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602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419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748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487988" y="863600"/>
            <a:ext cx="4941887" cy="3132138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796338" y="2471738"/>
            <a:ext cx="2346325" cy="3025775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355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11951" y="2181225"/>
            <a:ext cx="4281488" cy="2586038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875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429250" y="2217738"/>
            <a:ext cx="5106988" cy="3194050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273550" y="3171825"/>
            <a:ext cx="1854200" cy="24384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029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997819"/>
            <a:ext cx="12192000" cy="386018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57324" y="1338335"/>
            <a:ext cx="4443413" cy="3338512"/>
          </a:xfrm>
          <a:prstGeom prst="rect">
            <a:avLst/>
          </a:prstGeom>
          <a:solidFill>
            <a:srgbClr val="E4EBF5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0074" y="2976563"/>
            <a:ext cx="1363663" cy="25146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747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74750" y="2644775"/>
            <a:ext cx="3736975" cy="2278063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0406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 Up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081588" y="2809875"/>
            <a:ext cx="2041525" cy="2676525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426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086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E5F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949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8D019-926E-4ECC-902F-23C90FB3D3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" t="2957" r="577" b="764"/>
          <a:stretch/>
        </p:blipFill>
        <p:spPr>
          <a:xfrm>
            <a:off x="-193536" y="0"/>
            <a:ext cx="1238553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1A7CFC-FE7E-44EA-A600-E26BD1CE7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" y="4777333"/>
            <a:ext cx="1531002" cy="11916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9C3D91-03EE-4762-AB57-4113CDA20312}"/>
              </a:ext>
            </a:extLst>
          </p:cNvPr>
          <p:cNvSpPr txBox="1"/>
          <p:nvPr userDrawn="1"/>
        </p:nvSpPr>
        <p:spPr>
          <a:xfrm>
            <a:off x="557902" y="5969017"/>
            <a:ext cx="2413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Roboto" panose="02000000000000000000" pitchFamily="2" charset="0"/>
              </a:rPr>
              <a:t>WWW.UHASSELT.BE/DSI</a:t>
            </a:r>
          </a:p>
        </p:txBody>
      </p:sp>
    </p:spTree>
    <p:extLst>
      <p:ext uri="{BB962C8B-B14F-4D97-AF65-F5344CB8AC3E}">
        <p14:creationId xmlns:p14="http://schemas.microsoft.com/office/powerpoint/2010/main" val="11133466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F63037-B356-A1F7-0F1B-F86C7F31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F7BDD-BCB7-B44F-1BA2-2B29B0F22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53323-F9B8-AA87-22E1-4B7AF72AA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60375-2759-D841-A387-B61F35457E73}" type="datetimeFigureOut">
              <a:rPr lang="en-BE" smtClean="0"/>
              <a:t>23/03/2026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C2281-587B-6665-3F4F-34845FC62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DF601-DDB2-D7CA-69E3-701D6B678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DEAE8-778D-9C44-9197-154F853C908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5339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9C3CF53-BDD9-4591-8049-594D79CF7859}"/>
              </a:ext>
            </a:extLst>
          </p:cNvPr>
          <p:cNvSpPr/>
          <p:nvPr userDrawn="1"/>
        </p:nvSpPr>
        <p:spPr>
          <a:xfrm>
            <a:off x="10979529" y="6414646"/>
            <a:ext cx="248529" cy="248529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xtBox 8"/>
          <p:cNvSpPr txBox="1"/>
          <p:nvPr userDrawn="1"/>
        </p:nvSpPr>
        <p:spPr>
          <a:xfrm>
            <a:off x="919756" y="6356350"/>
            <a:ext cx="14606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>
                <a:solidFill>
                  <a:schemeClr val="accent6">
                    <a:lumMod val="50000"/>
                  </a:schemeClr>
                </a:solidFill>
                <a:latin typeface="+mj-lt"/>
                <a:ea typeface="Roboto" panose="02000000000000000000" pitchFamily="2" charset="0"/>
              </a:rPr>
              <a:t>Data Science Institute</a:t>
            </a:r>
            <a:endParaRPr lang="en-US" sz="1100" b="0" dirty="0">
              <a:solidFill>
                <a:schemeClr val="accent6">
                  <a:lumMod val="50000"/>
                </a:scheme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7" name="Web Site Name">
            <a:extLst>
              <a:ext uri="{FF2B5EF4-FFF2-40B4-BE49-F238E27FC236}">
                <a16:creationId xmlns:a16="http://schemas.microsoft.com/office/drawing/2014/main" id="{89E0C8CA-CFFC-46C6-B922-1BF8A9B24217}"/>
              </a:ext>
            </a:extLst>
          </p:cNvPr>
          <p:cNvSpPr txBox="1"/>
          <p:nvPr userDrawn="1"/>
        </p:nvSpPr>
        <p:spPr>
          <a:xfrm>
            <a:off x="4653759" y="6454273"/>
            <a:ext cx="2884481" cy="1692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100">
                <a:solidFill>
                  <a:schemeClr val="accent6">
                    <a:lumMod val="5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1pPr>
          </a:lstStyle>
          <a:p>
            <a:r>
              <a:rPr lang="en-US" dirty="0">
                <a:latin typeface="+mj-lt"/>
              </a:rPr>
              <a:t>www.UHasselt.be/DSI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B0806CA-9FC6-4EE9-94DB-027A517A74B5}"/>
              </a:ext>
            </a:extLst>
          </p:cNvPr>
          <p:cNvSpPr txBox="1">
            <a:spLocks/>
          </p:cNvSpPr>
          <p:nvPr userDrawn="1"/>
        </p:nvSpPr>
        <p:spPr>
          <a:xfrm>
            <a:off x="10539413" y="6348410"/>
            <a:ext cx="73030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100">
                <a:solidFill>
                  <a:schemeClr val="accent6">
                    <a:lumMod val="5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A2912448-FEEC-49E8-9588-2DF1F90D57C2}" type="slidenum">
              <a:rPr lang="en-US" smtClean="0">
                <a:latin typeface="+mj-lt"/>
              </a:rPr>
              <a:pPr/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38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3.png"/><Relationship Id="rId4" Type="http://schemas.openxmlformats.org/officeDocument/2006/relationships/image" Target="../media/image6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simplypsychology.org/p-value.html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0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1.png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22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0.png"/><Relationship Id="rId5" Type="http://schemas.openxmlformats.org/officeDocument/2006/relationships/image" Target="../media/image170.png"/><Relationship Id="rId4" Type="http://schemas.openxmlformats.org/officeDocument/2006/relationships/image" Target="../media/image27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B94E-648E-49DA-8166-2D25EF93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E5A105-772E-1F97-B99E-071998BE333C}"/>
              </a:ext>
            </a:extLst>
          </p:cNvPr>
          <p:cNvSpPr txBox="1"/>
          <p:nvPr/>
        </p:nvSpPr>
        <p:spPr>
          <a:xfrm>
            <a:off x="919587" y="505663"/>
            <a:ext cx="676740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Werken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met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grote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Van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onderzoeksvraag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tot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evaluatie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87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9819-D7B4-F314-92C4-55A2C3B5E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D402CD-4CC1-59BA-DEB6-E342099E6CE1}"/>
              </a:ext>
            </a:extLst>
          </p:cNvPr>
          <p:cNvSpPr txBox="1"/>
          <p:nvPr/>
        </p:nvSpPr>
        <p:spPr>
          <a:xfrm>
            <a:off x="1028700" y="701748"/>
            <a:ext cx="2340705" cy="754053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Wie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zijn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wij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?</a:t>
            </a:r>
          </a:p>
          <a:p>
            <a:pPr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20A24-2487-F69A-4E73-55B0C44009D7}"/>
              </a:ext>
            </a:extLst>
          </p:cNvPr>
          <p:cNvSpPr txBox="1"/>
          <p:nvPr/>
        </p:nvSpPr>
        <p:spPr>
          <a:xfrm>
            <a:off x="1028700" y="1840375"/>
            <a:ext cx="81500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u="sng" dirty="0"/>
              <a:t>Nele Cosemans</a:t>
            </a:r>
          </a:p>
          <a:p>
            <a:endParaRPr lang="en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Praktijkassistent/</a:t>
            </a:r>
            <a:r>
              <a:rPr lang="en-GB" dirty="0" err="1"/>
              <a:t>navorser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Onderwijs</a:t>
            </a:r>
            <a:r>
              <a:rPr lang="en-GB" dirty="0"/>
              <a:t>: </a:t>
            </a:r>
            <a:r>
              <a:rPr lang="en-GB" dirty="0" err="1"/>
              <a:t>Statistiekcursussen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onderzoekers</a:t>
            </a:r>
            <a:r>
              <a:rPr lang="en-GB" dirty="0"/>
              <a:t> (FLAMES)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u="sng" dirty="0"/>
              <a:t>Stijn Jaspers</a:t>
            </a:r>
          </a:p>
          <a:p>
            <a:endParaRPr lang="en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Navorser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Lid van het consultancy team (statistische analyses voor verscheidene interne en externe partners)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Onderwijs: Medische Statistiek bij 1Gen and Biostatistiek bij 2BMW</a:t>
            </a:r>
          </a:p>
        </p:txBody>
      </p:sp>
    </p:spTree>
    <p:extLst>
      <p:ext uri="{BB962C8B-B14F-4D97-AF65-F5344CB8AC3E}">
        <p14:creationId xmlns:p14="http://schemas.microsoft.com/office/powerpoint/2010/main" val="87101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3F591-1348-16BA-192F-8A7F73B3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C5D467-8921-68B4-C2E6-4073692BD141}"/>
              </a:ext>
            </a:extLst>
          </p:cNvPr>
          <p:cNvSpPr txBox="1"/>
          <p:nvPr/>
        </p:nvSpPr>
        <p:spPr>
          <a:xfrm>
            <a:off x="1028700" y="701748"/>
            <a:ext cx="4093300" cy="58477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Wat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verwachten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jullie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?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37B41D43-1808-A331-9807-925E24C955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8225785"/>
                  </p:ext>
                </p:extLst>
              </p:nvPr>
            </p:nvGraphicFramePr>
            <p:xfrm>
              <a:off x="1346199" y="1438536"/>
              <a:ext cx="9660467" cy="514006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37B41D43-1808-A331-9807-925E24C955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46199" y="1438536"/>
                <a:ext cx="9660467" cy="51400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960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A4A1-73CF-06BD-84B2-0A2E5122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9E1360-903F-98BB-B876-73C31C155F81}"/>
              </a:ext>
            </a:extLst>
          </p:cNvPr>
          <p:cNvSpPr txBox="1"/>
          <p:nvPr/>
        </p:nvSpPr>
        <p:spPr>
          <a:xfrm>
            <a:off x="1028700" y="701748"/>
            <a:ext cx="4093300" cy="58477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Wat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verwachten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jullie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?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9470E66C-4891-BA81-CCD3-59668E56EA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575518"/>
                  </p:ext>
                </p:extLst>
              </p:nvPr>
            </p:nvGraphicFramePr>
            <p:xfrm>
              <a:off x="1028700" y="1532466"/>
              <a:ext cx="10464799" cy="493606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9470E66C-4891-BA81-CCD3-59668E56EA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8700" y="1532466"/>
                <a:ext cx="10464799" cy="49360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802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AE97-2A2E-D11D-FD37-61B5589C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611697-978D-BC72-298B-047C4D5EF3C3}"/>
              </a:ext>
            </a:extLst>
          </p:cNvPr>
          <p:cNvSpPr txBox="1"/>
          <p:nvPr/>
        </p:nvSpPr>
        <p:spPr>
          <a:xfrm>
            <a:off x="1028700" y="701748"/>
            <a:ext cx="3069686" cy="58477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Wat is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statistiek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?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7DE81921-5E22-F4ED-89DC-89046399DD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223678"/>
                  </p:ext>
                </p:extLst>
              </p:nvPr>
            </p:nvGraphicFramePr>
            <p:xfrm>
              <a:off x="736598" y="1422400"/>
              <a:ext cx="10473267" cy="513926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7DE81921-5E22-F4ED-89DC-89046399DD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6598" y="1422400"/>
                <a:ext cx="10473267" cy="51392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564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65F6-BD24-5DF9-EA44-29998913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4AC4E9-98E6-55A7-85FA-87D51E6E7BB2}"/>
              </a:ext>
            </a:extLst>
          </p:cNvPr>
          <p:cNvSpPr txBox="1"/>
          <p:nvPr/>
        </p:nvSpPr>
        <p:spPr>
          <a:xfrm>
            <a:off x="1028700" y="701748"/>
            <a:ext cx="3069686" cy="58477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Wat is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statistiek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34150E-A37A-5ADB-D761-CC070A0B99C3}"/>
              </a:ext>
            </a:extLst>
          </p:cNvPr>
          <p:cNvSpPr txBox="1"/>
          <p:nvPr/>
        </p:nvSpPr>
        <p:spPr>
          <a:xfrm>
            <a:off x="1028700" y="1828800"/>
            <a:ext cx="9588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Statistiek is meer dan het toepassen van wiskundige formules. Het gaat over: </a:t>
            </a:r>
          </a:p>
          <a:p>
            <a:endParaRPr lang="en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vragen stellen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data verzamelen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kritisch nadenken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proberen onderbouwde antwoorden te formuleren in een wereld vol cijfers</a:t>
            </a:r>
          </a:p>
          <a:p>
            <a:endParaRPr lang="en-BE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750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82DF-74AE-3313-78B5-3C7B7298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EB8A9A-4B6C-987A-8BF5-BBAE2E0F8B0A}"/>
              </a:ext>
            </a:extLst>
          </p:cNvPr>
          <p:cNvSpPr txBox="1"/>
          <p:nvPr/>
        </p:nvSpPr>
        <p:spPr>
          <a:xfrm>
            <a:off x="1028700" y="701748"/>
            <a:ext cx="1799339" cy="58477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err="1">
                <a:solidFill>
                  <a:srgbClr val="F4F5FC"/>
                </a:solidFill>
                <a:latin typeface="Calibri" panose="020F0502020204030204" pitchFamily="34" charset="0"/>
                <a:ea typeface="Roboto" panose="02000000000000000000" pitchFamily="2" charset="0"/>
              </a:rPr>
              <a:t>Overzicht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02050-64AC-32D7-ECF0-B16CC447BC81}"/>
              </a:ext>
            </a:extLst>
          </p:cNvPr>
          <p:cNvSpPr/>
          <p:nvPr/>
        </p:nvSpPr>
        <p:spPr>
          <a:xfrm>
            <a:off x="614246" y="3540133"/>
            <a:ext cx="10211645" cy="2295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Onderzoeksvraag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opstellen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data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verzamelen</a:t>
            </a:r>
            <a:endParaRPr lang="en-US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Soorten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variabelen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samenvattende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getallen</a:t>
            </a:r>
            <a:endParaRPr lang="en-US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Visualisatie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en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exploratie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van de data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Betrouwbaarheidsintervallen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toetsen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van </a:t>
            </a: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hypothesen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Evaluatie</a:t>
            </a:r>
            <a:endParaRPr kumimoji="0" lang="en-US" sz="1600" b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FE0B86-6619-6BB7-53AB-5A3F0533C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46" y="1898963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6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C8983C-3F05-18A4-AB21-C4EAA10ED4F7}"/>
              </a:ext>
            </a:extLst>
          </p:cNvPr>
          <p:cNvSpPr txBox="1"/>
          <p:nvPr/>
        </p:nvSpPr>
        <p:spPr>
          <a:xfrm>
            <a:off x="2304661" y="3235003"/>
            <a:ext cx="6851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E56322-8F77-9A72-80FE-9790B401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256775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5D400544-174E-775B-B6A5-1F863A63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8950dcf61_1_0">
            <a:extLst>
              <a:ext uri="{FF2B5EF4-FFF2-40B4-BE49-F238E27FC236}">
                <a16:creationId xmlns:a16="http://schemas.microsoft.com/office/drawing/2014/main" id="{981646B7-193D-AF8E-554C-C5E31FC6A939}"/>
              </a:ext>
            </a:extLst>
          </p:cNvPr>
          <p:cNvSpPr txBox="1"/>
          <p:nvPr/>
        </p:nvSpPr>
        <p:spPr>
          <a:xfrm>
            <a:off x="1028700" y="701750"/>
            <a:ext cx="20973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OPSTELLEN 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c8950dcf61_1_0">
            <a:extLst>
              <a:ext uri="{FF2B5EF4-FFF2-40B4-BE49-F238E27FC236}">
                <a16:creationId xmlns:a16="http://schemas.microsoft.com/office/drawing/2014/main" id="{2B46CAA8-E434-A631-818A-806B60609F6E}"/>
              </a:ext>
            </a:extLst>
          </p:cNvPr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De eerste stap: een onderzoeksvraag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c8950dcf61_1_0">
            <a:extLst>
              <a:ext uri="{FF2B5EF4-FFF2-40B4-BE49-F238E27FC236}">
                <a16:creationId xmlns:a16="http://schemas.microsoft.com/office/drawing/2014/main" id="{627BF69D-F35E-84E9-21B1-0C6F263D0C83}"/>
              </a:ext>
            </a:extLst>
          </p:cNvPr>
          <p:cNvSpPr/>
          <p:nvPr/>
        </p:nvSpPr>
        <p:spPr>
          <a:xfrm>
            <a:off x="919750" y="1828250"/>
            <a:ext cx="107988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>
                <a:latin typeface="Calibri"/>
                <a:ea typeface="Calibri"/>
                <a:cs typeface="Calibri"/>
                <a:sym typeface="Calibri"/>
              </a:rPr>
              <a:t>Het uitvoeren van statistisch onderzoek is een lange weg waarin veel belangrijke keuzes gemaakt moeten worden. Iedere volgende stap hangt sterk af van de specifieke keuzes in de vorige stappen.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>
                <a:latin typeface="Calibri"/>
                <a:ea typeface="Calibri"/>
                <a:cs typeface="Calibri"/>
                <a:sym typeface="Calibri"/>
              </a:rPr>
              <a:t>→ De eerste stap is het opstellen van je onderzoeksvraag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g3c8950dcf61_1_0">
            <a:extLst>
              <a:ext uri="{FF2B5EF4-FFF2-40B4-BE49-F238E27FC236}">
                <a16:creationId xmlns:a16="http://schemas.microsoft.com/office/drawing/2014/main" id="{44F93ACA-EBA3-ED6A-2D0C-A86E491932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676" y="3146524"/>
            <a:ext cx="3656374" cy="2742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44;g3c8950dcf61_1_0">
            <a:extLst>
              <a:ext uri="{FF2B5EF4-FFF2-40B4-BE49-F238E27FC236}">
                <a16:creationId xmlns:a16="http://schemas.microsoft.com/office/drawing/2014/main" id="{B01E5A45-FC84-E74F-56F9-141A95C63787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</p:spTree>
    <p:extLst>
      <p:ext uri="{BB962C8B-B14F-4D97-AF65-F5344CB8AC3E}">
        <p14:creationId xmlns:p14="http://schemas.microsoft.com/office/powerpoint/2010/main" val="3294988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E68B49E8-9F1D-8C98-A46C-5CB31D6E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8950dcf61_1_0">
            <a:extLst>
              <a:ext uri="{FF2B5EF4-FFF2-40B4-BE49-F238E27FC236}">
                <a16:creationId xmlns:a16="http://schemas.microsoft.com/office/drawing/2014/main" id="{E1CA4176-5603-0063-2156-6FD957E3EE4D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  <p:sp>
        <p:nvSpPr>
          <p:cNvPr id="245" name="Google Shape;245;g3c8950dcf61_1_0">
            <a:extLst>
              <a:ext uri="{FF2B5EF4-FFF2-40B4-BE49-F238E27FC236}">
                <a16:creationId xmlns:a16="http://schemas.microsoft.com/office/drawing/2014/main" id="{DEAA5540-142E-69B1-5786-2774F2003BE5}"/>
              </a:ext>
            </a:extLst>
          </p:cNvPr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De eerste stap: een onderzoeksvraag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7862FBA4-2E5A-6243-0586-D3822C254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6564606"/>
                  </p:ext>
                </p:extLst>
              </p:nvPr>
            </p:nvGraphicFramePr>
            <p:xfrm>
              <a:off x="1845733" y="1752600"/>
              <a:ext cx="8322733" cy="462279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7862FBA4-2E5A-6243-0586-D3822C254C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5733" y="1752600"/>
                <a:ext cx="8322733" cy="46227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7227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547ECCAF-2713-4E48-3CB2-5C4AF3B9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8950dcf61_1_0">
            <a:extLst>
              <a:ext uri="{FF2B5EF4-FFF2-40B4-BE49-F238E27FC236}">
                <a16:creationId xmlns:a16="http://schemas.microsoft.com/office/drawing/2014/main" id="{5B9976DF-1C67-2BF0-13CD-460A9F811EAB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  <p:sp>
        <p:nvSpPr>
          <p:cNvPr id="245" name="Google Shape;245;g3c8950dcf61_1_0">
            <a:extLst>
              <a:ext uri="{FF2B5EF4-FFF2-40B4-BE49-F238E27FC236}">
                <a16:creationId xmlns:a16="http://schemas.microsoft.com/office/drawing/2014/main" id="{A14C48B7-B011-DB01-2714-3CFC584F8BAB}"/>
              </a:ext>
            </a:extLst>
          </p:cNvPr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De eerste stap: een onderzoeksvraag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B9FCA-C32D-0974-CE3A-2C5C2890DE09}"/>
              </a:ext>
            </a:extLst>
          </p:cNvPr>
          <p:cNvSpPr txBox="1"/>
          <p:nvPr/>
        </p:nvSpPr>
        <p:spPr>
          <a:xfrm>
            <a:off x="1028700" y="1811867"/>
            <a:ext cx="99102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Voorbeelden:</a:t>
            </a:r>
          </a:p>
          <a:p>
            <a:endParaRPr lang="en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Heeft het gebruik van de smartphone een slechte invloed op schoolresultaten?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Hoe beïnvloedt sociale media tieners?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Wat is het effect van dagelijks gebruik van de smartphone (&gt;2 uur per dag) op de schoolresultaten van tieners tussen 15-17 jaar?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Heeft de technologische evolutie een positief effect op de leerresultaten van Belgische jongeren?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Scoren Vlaamse leerlingen die minstens 3 uur per dag op sociale media zitten slechter dan andere leerlingen?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dirty="0"/>
          </a:p>
          <a:p>
            <a:endParaRPr lang="en-BE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3960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09C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8E08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8E08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8950dcf61_1_0"/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latin typeface="Calibri"/>
                <a:ea typeface="Calibri"/>
                <a:cs typeface="Calibri"/>
                <a:sym typeface="Calibri"/>
              </a:rPr>
              <a:t>De eerste stap: een 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c8950dcf61_1_0"/>
          <p:cNvSpPr/>
          <p:nvPr/>
        </p:nvSpPr>
        <p:spPr>
          <a:xfrm>
            <a:off x="919750" y="1828250"/>
            <a:ext cx="107988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>
                <a:latin typeface="Calibri"/>
                <a:ea typeface="Calibri"/>
                <a:cs typeface="Calibri"/>
                <a:sym typeface="Calibri"/>
              </a:rPr>
              <a:t>Het uitvoeren van statistisch onderzoek is een lange weg waarin veel belangrijke keuzes gemaakt moeten worden. Iedere volgende stap hangt sterk af van de specifieke keuzes in de vorige stappen.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>
                <a:latin typeface="Calibri"/>
                <a:ea typeface="Calibri"/>
                <a:cs typeface="Calibri"/>
                <a:sym typeface="Calibri"/>
              </a:rPr>
              <a:t>→ De eerste stap is het opstellen van je onderzoeksvraag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g3c8950dcf61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600" y="2857275"/>
            <a:ext cx="3656374" cy="27422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c8950dcf61_1_0"/>
          <p:cNvSpPr txBox="1"/>
          <p:nvPr/>
        </p:nvSpPr>
        <p:spPr>
          <a:xfrm>
            <a:off x="837625" y="3139168"/>
            <a:ext cx="7314000" cy="3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Geen officiële checklist hiervoor! Enkele informele aspecten die bijdragen tot een goede onderzoeksvraag: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-BE" sz="1800" b="1">
                <a:solidFill>
                  <a:schemeClr val="dk1"/>
                </a:solidFill>
              </a:rPr>
              <a:t>Specifiek</a:t>
            </a:r>
            <a:r>
              <a:rPr lang="nl-BE" sz="1800">
                <a:solidFill>
                  <a:schemeClr val="dk1"/>
                </a:solidFill>
              </a:rPr>
              <a:t>: De vraag is eenduidig, concreet en niet te breed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-BE" sz="1800" b="1">
                <a:solidFill>
                  <a:schemeClr val="dk1"/>
                </a:solidFill>
              </a:rPr>
              <a:t>Onderzoekbaar en haalbaar</a:t>
            </a:r>
            <a:r>
              <a:rPr lang="nl-BE" sz="1800">
                <a:solidFill>
                  <a:schemeClr val="dk1"/>
                </a:solidFill>
              </a:rPr>
              <a:t>: De vraag is beantwoordbaar met de gegeven tijd, middelen en data.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-BE" sz="1800" b="1">
                <a:solidFill>
                  <a:schemeClr val="dk1"/>
                </a:solidFill>
              </a:rPr>
              <a:t>Origineel</a:t>
            </a:r>
            <a:r>
              <a:rPr lang="nl-BE" sz="1800">
                <a:solidFill>
                  <a:schemeClr val="dk1"/>
                </a:solidFill>
              </a:rPr>
              <a:t>: Het antwoord op de vraag is niet gekend.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-BE" sz="1800" b="1">
                <a:solidFill>
                  <a:schemeClr val="dk1"/>
                </a:solidFill>
              </a:rPr>
              <a:t>Relevant</a:t>
            </a:r>
            <a:r>
              <a:rPr lang="nl-BE" sz="1800">
                <a:solidFill>
                  <a:schemeClr val="dk1"/>
                </a:solidFill>
              </a:rPr>
              <a:t>: Het antwoord op de vraag is innovatief en draagt bij op een specifiek vakgebied → ‘So what?’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6" name="Google Shape;244;g3c8950dcf61_1_0">
            <a:extLst>
              <a:ext uri="{FF2B5EF4-FFF2-40B4-BE49-F238E27FC236}">
                <a16:creationId xmlns:a16="http://schemas.microsoft.com/office/drawing/2014/main" id="{1B141961-9CDC-7A05-A9B0-CC2989AD908F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8950dcf61_1_14"/>
          <p:cNvSpPr txBox="1"/>
          <p:nvPr/>
        </p:nvSpPr>
        <p:spPr>
          <a:xfrm>
            <a:off x="1028700" y="701750"/>
            <a:ext cx="20973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OPSTELLEN 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c8950dcf61_1_14"/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latin typeface="Calibri"/>
                <a:ea typeface="Calibri"/>
                <a:cs typeface="Calibri"/>
                <a:sym typeface="Calibri"/>
              </a:rPr>
              <a:t>Voorbeeld: Tijd voor pizza!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c8950dcf61_1_14"/>
          <p:cNvSpPr/>
          <p:nvPr/>
        </p:nvSpPr>
        <p:spPr>
          <a:xfrm>
            <a:off x="919750" y="1828250"/>
            <a:ext cx="10798800" cy="46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De Eagle Boys, een Australische pizzaketen, was ooit de grootste concurrent van Domino’s pizza. Jij wilt als fervent pizzaliefhebber de knoop doorhakken over welke pizzaketen nu het beste is.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Een eenvoudige vertaling naar een onderzoeksvraag zou zijn: “</a:t>
            </a:r>
            <a:r>
              <a:rPr lang="nl-BE" sz="2000" i="1" dirty="0">
                <a:latin typeface="Calibri"/>
                <a:ea typeface="Calibri"/>
                <a:cs typeface="Calibri"/>
                <a:sym typeface="Calibri"/>
              </a:rPr>
              <a:t>Zijn de pizza’s van de Eagle Boys beter dan die van Domino’s pizza?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”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→ Wat is ‘beter’? Hoe ga je dat meten? Prijzen, grootte, snelheid bediening, …?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→ Deze onderzoeksvraag is niet specifiek genoeg!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Poging 2: “</a:t>
            </a:r>
            <a:r>
              <a:rPr lang="nl-BE" sz="2000" i="1" dirty="0">
                <a:latin typeface="Calibri"/>
                <a:ea typeface="Calibri"/>
                <a:cs typeface="Calibri"/>
                <a:sym typeface="Calibri"/>
              </a:rPr>
              <a:t>Zijn pizza’s van de Eagle Boys gemiddeld groter dan de pizza’s van Domino’s?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→ Specifiek en onderzoekbaar nu!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Merk op dat vele andere varianten mogelijk zijn, dit hangt volledig af van jouw interesses!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3c8950dcf61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4945" y="3155175"/>
            <a:ext cx="2021050" cy="202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4;g3c8950dcf61_1_0">
            <a:extLst>
              <a:ext uri="{FF2B5EF4-FFF2-40B4-BE49-F238E27FC236}">
                <a16:creationId xmlns:a16="http://schemas.microsoft.com/office/drawing/2014/main" id="{4B8CAF51-3153-F1C1-5305-D598A97E0F72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8950dcf61_1_24"/>
          <p:cNvSpPr txBox="1"/>
          <p:nvPr/>
        </p:nvSpPr>
        <p:spPr>
          <a:xfrm>
            <a:off x="1028700" y="701750"/>
            <a:ext cx="20973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OPSTELLEN 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c8950dcf61_1_24"/>
          <p:cNvSpPr txBox="1"/>
          <p:nvPr/>
        </p:nvSpPr>
        <p:spPr>
          <a:xfrm>
            <a:off x="919750" y="1103300"/>
            <a:ext cx="6741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3200"/>
            </a:pPr>
            <a:r>
              <a:rPr lang="nl-BE" sz="3200" b="1" dirty="0">
                <a:ea typeface="Calibri"/>
                <a:cs typeface="Calibri"/>
                <a:sym typeface="Calibri"/>
              </a:rPr>
              <a:t>De tweede stap: dataverzameling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c8950dcf61_1_24"/>
          <p:cNvSpPr/>
          <p:nvPr/>
        </p:nvSpPr>
        <p:spPr>
          <a:xfrm>
            <a:off x="919750" y="1729716"/>
            <a:ext cx="10798800" cy="50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Zodra de onderzoeksvraag vastligt: ontwerp je studie en denk na over hoe je de data gaat verzamelen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Enkele belangrijke aspecten tijdens het ontwerpen van je plan voor datacollectie: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Populatie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Wat is exact de populatie die je onderzoekt en waarover je iets wilt zeggen?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Steekproefmethode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Hoe ga je een steekproef nemen uit je populatie? Denk aan: (Online) vragenlijsten zelf afnemen, bestaande registers gebruiken, face-to-face of anoniem, geclusterd, gestratificeerd, willekeurig, .…  → Steekproef moet representatief zijn!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→ In dit stadium kruipen veel mogelijke zogenaamde ‘biases’: selectiebias, (non)-respons bias, …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Steekproefgrootte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Hoeveel metingen heb je nodig? Je wilt geen middelen verspillen aan te veel metingen, maar je onderzoek gaat niet werken met te weinig metingen.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GDPR &amp; ethiek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Hoe ga je veilig en eerlijk om met data over andere personen? → Uitleg en toestemming moet schriftelijk ondertekend worden door beide partijen!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Data type: 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Welke data is er precies nodig om je onderzoeksvraag te beantwoorden en hoe ga je deze meten? Eenzelfde variabele kan je meten op verschillende manieren!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4;g3c8950dcf61_1_0">
            <a:extLst>
              <a:ext uri="{FF2B5EF4-FFF2-40B4-BE49-F238E27FC236}">
                <a16:creationId xmlns:a16="http://schemas.microsoft.com/office/drawing/2014/main" id="{D4106E1C-1B03-50A6-A167-FD2142D7D42D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8950dcf61_1_32"/>
          <p:cNvSpPr txBox="1"/>
          <p:nvPr/>
        </p:nvSpPr>
        <p:spPr>
          <a:xfrm>
            <a:off x="1028700" y="701750"/>
            <a:ext cx="20973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OPSTELLEN 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c8950dcf61_1_32"/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latin typeface="Calibri"/>
                <a:ea typeface="Calibri"/>
                <a:cs typeface="Calibri"/>
                <a:sym typeface="Calibri"/>
              </a:rPr>
              <a:t>Voorbeeld: De pizza-onderzoeksvraag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c8950dcf61_1_32"/>
          <p:cNvSpPr/>
          <p:nvPr/>
        </p:nvSpPr>
        <p:spPr>
          <a:xfrm>
            <a:off x="919750" y="1729725"/>
            <a:ext cx="11272200" cy="50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Om deze eigenschappen te illustreren bij het verzamelen van data voor het beantwoorden de pizza-onderzoeksvraag: </a:t>
            </a:r>
            <a:r>
              <a:rPr lang="nl-BE" sz="2000" dirty="0">
                <a:ea typeface="Calibri"/>
                <a:cs typeface="Calibri"/>
                <a:sym typeface="Calibri"/>
              </a:rPr>
              <a:t>“</a:t>
            </a:r>
            <a:r>
              <a:rPr lang="nl-BE" sz="2000" i="1" dirty="0">
                <a:ea typeface="Calibri"/>
                <a:cs typeface="Calibri"/>
                <a:sym typeface="Calibri"/>
              </a:rPr>
              <a:t>Zijn pizza’s van de Eagle Boys gemiddeld groter dan de pizza’s van Domino’s?</a:t>
            </a:r>
            <a:r>
              <a:rPr lang="nl-BE" sz="2000" dirty="0">
                <a:ea typeface="Calibri"/>
                <a:cs typeface="Calibri"/>
                <a:sym typeface="Calibri"/>
              </a:rPr>
              <a:t>”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Populatie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Alle pizza’s van de Eagle Boys en Domino’s.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Steekproefmethode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Bestel dezelfde soorten pizza’s bij beide ketens, maar denk ook aan mogelijke variatie tussen verschillende restaurants van dezelfde keten!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Steekproefgrootte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Hoeveel pizza’s ga je bekijken? 100 per soort is wat veel, maar 1 per soort is te weinig → Neem een tussenweg, bijvoorbeeld 10.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GDPR &amp; ethiek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: Informeer de ketens duidelijk over het doel van je onderzoek en vraag toestemming.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dirty="0">
                <a:latin typeface="Calibri"/>
                <a:ea typeface="Calibri"/>
                <a:cs typeface="Calibri"/>
                <a:sym typeface="Calibri"/>
              </a:rPr>
              <a:t>Data type: 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Je hebt data nodig over welk filiaal je bestudeert, de grootte van de pizza (in centimeter), de soort pizza (bodem, topping, …), …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4;g3c8950dcf61_1_0">
            <a:extLst>
              <a:ext uri="{FF2B5EF4-FFF2-40B4-BE49-F238E27FC236}">
                <a16:creationId xmlns:a16="http://schemas.microsoft.com/office/drawing/2014/main" id="{84CFF8AF-7FD1-52FC-E2E0-0B18C78962CA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7198231D-CFC8-3C2B-A429-C4B35532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8950dcf61_1_32">
            <a:extLst>
              <a:ext uri="{FF2B5EF4-FFF2-40B4-BE49-F238E27FC236}">
                <a16:creationId xmlns:a16="http://schemas.microsoft.com/office/drawing/2014/main" id="{701373BA-F684-D2F7-05E8-339F35D1F80C}"/>
              </a:ext>
            </a:extLst>
          </p:cNvPr>
          <p:cNvSpPr txBox="1"/>
          <p:nvPr/>
        </p:nvSpPr>
        <p:spPr>
          <a:xfrm>
            <a:off x="1028700" y="701750"/>
            <a:ext cx="20973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OPSTELLEN ONDERZOEKSVRAAG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c8950dcf61_1_32">
            <a:extLst>
              <a:ext uri="{FF2B5EF4-FFF2-40B4-BE49-F238E27FC236}">
                <a16:creationId xmlns:a16="http://schemas.microsoft.com/office/drawing/2014/main" id="{97D13ED2-072E-2927-9A6E-DED95FC315DC}"/>
              </a:ext>
            </a:extLst>
          </p:cNvPr>
          <p:cNvSpPr txBox="1"/>
          <p:nvPr/>
        </p:nvSpPr>
        <p:spPr>
          <a:xfrm>
            <a:off x="919750" y="1103300"/>
            <a:ext cx="674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Hoe toepassen in de les?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c8950dcf61_1_32">
            <a:extLst>
              <a:ext uri="{FF2B5EF4-FFF2-40B4-BE49-F238E27FC236}">
                <a16:creationId xmlns:a16="http://schemas.microsoft.com/office/drawing/2014/main" id="{1BC8CFA0-A114-28E4-F85C-780634596201}"/>
              </a:ext>
            </a:extLst>
          </p:cNvPr>
          <p:cNvSpPr/>
          <p:nvPr/>
        </p:nvSpPr>
        <p:spPr>
          <a:xfrm>
            <a:off x="919750" y="1729725"/>
            <a:ext cx="11272200" cy="50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Sterk afhankelijk van de beschikbare tijd</a:t>
            </a:r>
          </a:p>
          <a:p>
            <a:pPr marL="914400" lvl="1" indent="-355600">
              <a:lnSpc>
                <a:spcPct val="150000"/>
              </a:lnSpc>
              <a:buSzPts val="2000"/>
              <a:buFont typeface="Wingdings" pitchFamily="2" charset="2"/>
              <a:buChar char="§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Laat leerlingen een eigen onderzoeksvraag opstellen, gevolgd door </a:t>
            </a:r>
          </a:p>
          <a:p>
            <a:pPr marL="1371600" lvl="2" indent="-355600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het zelf verzamelen van data</a:t>
            </a:r>
          </a:p>
          <a:p>
            <a:pPr marL="1371600" lvl="2" indent="-355600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nl-BE" sz="2000" dirty="0">
                <a:ea typeface="Calibri"/>
                <a:cs typeface="Calibri"/>
                <a:sym typeface="Calibri"/>
              </a:rPr>
              <a:t>het simuleren van data (zie bijvoorbeeld “advanced R” workshop)</a:t>
            </a:r>
          </a:p>
          <a:p>
            <a:pPr marL="914400" lvl="1" indent="-355600">
              <a:lnSpc>
                <a:spcPct val="150000"/>
              </a:lnSpc>
              <a:buSzPts val="2000"/>
              <a:buFont typeface="Wingdings" pitchFamily="2" charset="2"/>
              <a:buChar char="§"/>
            </a:pPr>
            <a:r>
              <a:rPr lang="nl-BE" sz="2000" dirty="0">
                <a:ea typeface="Calibri"/>
                <a:cs typeface="Calibri"/>
                <a:sym typeface="Calibri"/>
              </a:rPr>
              <a:t>Stel zelf een aantal datasets beschikbaar en laat leerlingen hiermee aan de slag gaan</a:t>
            </a:r>
          </a:p>
          <a:p>
            <a:pPr marL="1371600" lvl="2" indent="-355600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nl-BE" sz="2000" dirty="0">
                <a:ea typeface="Calibri"/>
                <a:cs typeface="Calibri"/>
                <a:sym typeface="Calibri"/>
              </a:rPr>
              <a:t>TidyTuesday</a:t>
            </a:r>
          </a:p>
          <a:p>
            <a:pPr marL="1016000" lvl="2">
              <a:lnSpc>
                <a:spcPct val="150000"/>
              </a:lnSpc>
              <a:buSzPts val="2000"/>
            </a:pPr>
            <a:r>
              <a:rPr lang="nl-BE" sz="2000" dirty="0">
                <a:ea typeface="Calibri"/>
                <a:cs typeface="Calibri"/>
                <a:sym typeface="Wingdings" pitchFamily="2" charset="2"/>
              </a:rPr>
              <a:t>	</a:t>
            </a:r>
            <a:r>
              <a:rPr lang="nl-BE" sz="2000" dirty="0">
                <a:ea typeface="Calibri"/>
                <a:cs typeface="Calibri"/>
                <a:sym typeface="Calibri"/>
              </a:rPr>
              <a:t> https://github.com/rfordatascience/tidytuesday</a:t>
            </a:r>
          </a:p>
          <a:p>
            <a:pPr marL="1371600" lvl="2" indent="-355600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endParaRPr lang="nl-BE" sz="2000" dirty="0">
              <a:ea typeface="Calibri"/>
              <a:cs typeface="Calibri"/>
              <a:sym typeface="Calibri"/>
            </a:endParaRPr>
          </a:p>
          <a:p>
            <a:pPr marL="1371600" lvl="2" indent="-355600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nl-BE" sz="2000" dirty="0">
                <a:ea typeface="Calibri"/>
                <a:cs typeface="Calibri"/>
                <a:sym typeface="Calibri"/>
              </a:rPr>
              <a:t>Veel data ingebouwd in R packages </a:t>
            </a:r>
          </a:p>
          <a:p>
            <a:pPr marL="1016000" lvl="2">
              <a:lnSpc>
                <a:spcPct val="150000"/>
              </a:lnSpc>
              <a:buSzPts val="2000"/>
            </a:pPr>
            <a:r>
              <a:rPr lang="nl-BE" sz="2000" dirty="0">
                <a:ea typeface="Calibri"/>
                <a:cs typeface="Calibri"/>
                <a:sym typeface="Wingdings" pitchFamily="2" charset="2"/>
              </a:rPr>
              <a:t>	 </a:t>
            </a:r>
            <a:r>
              <a:rPr lang="nl-BE" sz="2000" dirty="0">
                <a:ea typeface="Calibri"/>
                <a:cs typeface="Calibri"/>
                <a:sym typeface="Calibri"/>
              </a:rPr>
              <a:t>https://vincentarelbundock.github.io/Rdatasets/articles/data.html</a:t>
            </a:r>
          </a:p>
          <a:p>
            <a:pPr marL="1016000" lvl="2">
              <a:lnSpc>
                <a:spcPct val="150000"/>
              </a:lnSpc>
              <a:buSzPts val="2000"/>
            </a:pPr>
            <a:endParaRPr lang="nl-BE" sz="2000" dirty="0">
              <a:ea typeface="Calibri"/>
              <a:cs typeface="Calibri"/>
              <a:sym typeface="Calibri"/>
            </a:endParaRPr>
          </a:p>
          <a:p>
            <a:pPr marL="1016000" lvl="2">
              <a:lnSpc>
                <a:spcPct val="150000"/>
              </a:lnSpc>
              <a:buSzPts val="2000"/>
            </a:pPr>
            <a:endParaRPr lang="nl-BE" sz="2000" dirty="0">
              <a:ea typeface="Calibri"/>
              <a:cs typeface="Calibri"/>
              <a:sym typeface="Calibri"/>
            </a:endParaRPr>
          </a:p>
          <a:p>
            <a:pPr marL="914400" lvl="1" indent="-355600">
              <a:lnSpc>
                <a:spcPct val="150000"/>
              </a:lnSpc>
              <a:buSzPts val="2000"/>
              <a:buFont typeface="Wingdings" pitchFamily="2" charset="2"/>
              <a:buChar char="§"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nl-BE"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4;g3c8950dcf61_1_0">
            <a:extLst>
              <a:ext uri="{FF2B5EF4-FFF2-40B4-BE49-F238E27FC236}">
                <a16:creationId xmlns:a16="http://schemas.microsoft.com/office/drawing/2014/main" id="{2E9C99CE-BB09-9829-53E8-6D858E012D87}"/>
              </a:ext>
            </a:extLst>
          </p:cNvPr>
          <p:cNvSpPr txBox="1"/>
          <p:nvPr/>
        </p:nvSpPr>
        <p:spPr>
          <a:xfrm>
            <a:off x="1028700" y="701750"/>
            <a:ext cx="270510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Onderzoeksvraag en data verzamelen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49DC9-6005-33F8-5C44-39060725F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495" y="4398018"/>
            <a:ext cx="3274106" cy="150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5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4A10-E82D-A8A4-2104-353048A64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1CC632-A385-FFFD-6052-FE8A9ACE7606}"/>
              </a:ext>
            </a:extLst>
          </p:cNvPr>
          <p:cNvSpPr txBox="1"/>
          <p:nvPr/>
        </p:nvSpPr>
        <p:spPr>
          <a:xfrm>
            <a:off x="2304661" y="3235003"/>
            <a:ext cx="68510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Soorten veranderlijken en samenvattende getallen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41EF1B-1897-CE60-E99D-C3EE34DD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256775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74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>
          <a:extLst>
            <a:ext uri="{FF2B5EF4-FFF2-40B4-BE49-F238E27FC236}">
              <a16:creationId xmlns:a16="http://schemas.microsoft.com/office/drawing/2014/main" id="{6A7A4559-A9D0-CD5C-910B-DB7096F2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>
            <a:extLst>
              <a:ext uri="{FF2B5EF4-FFF2-40B4-BE49-F238E27FC236}">
                <a16:creationId xmlns:a16="http://schemas.microsoft.com/office/drawing/2014/main" id="{F3250701-7CDE-C2B6-D333-8A94D378069A}"/>
              </a:ext>
            </a:extLst>
          </p:cNvPr>
          <p:cNvSpPr txBox="1"/>
          <p:nvPr/>
        </p:nvSpPr>
        <p:spPr>
          <a:xfrm>
            <a:off x="1028699" y="701748"/>
            <a:ext cx="1840625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i="0" u="none" strike="noStrike" cap="none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Soorten veranderlijken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>
            <a:extLst>
              <a:ext uri="{FF2B5EF4-FFF2-40B4-BE49-F238E27FC236}">
                <a16:creationId xmlns:a16="http://schemas.microsoft.com/office/drawing/2014/main" id="{0D9508D2-5D6B-766B-CD73-A469D8B59A2D}"/>
              </a:ext>
            </a:extLst>
          </p:cNvPr>
          <p:cNvSpPr txBox="1"/>
          <p:nvPr/>
        </p:nvSpPr>
        <p:spPr>
          <a:xfrm>
            <a:off x="919755" y="1103293"/>
            <a:ext cx="46612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Structuur van een dataset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>
            <a:extLst>
              <a:ext uri="{FF2B5EF4-FFF2-40B4-BE49-F238E27FC236}">
                <a16:creationId xmlns:a16="http://schemas.microsoft.com/office/drawing/2014/main" id="{F287565A-AE36-B153-50DD-F0E090998433}"/>
              </a:ext>
            </a:extLst>
          </p:cNvPr>
          <p:cNvSpPr/>
          <p:nvPr/>
        </p:nvSpPr>
        <p:spPr>
          <a:xfrm>
            <a:off x="919755" y="1811440"/>
            <a:ext cx="10211645" cy="315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Onafhankelijk van de manier van verzamelen van de gegevens is de structuur van een dataset steeds gelijk.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Informatie over de elementen en de veranderlijken hoort bij elke dataset, bv. een precieze beschrijving dat de veranderlijke is opgemeten in centimeter.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4CDBC-7B42-1E58-58B7-F9EE3E8D3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632"/>
          <a:stretch>
            <a:fillRect/>
          </a:stretch>
        </p:blipFill>
        <p:spPr>
          <a:xfrm>
            <a:off x="3651250" y="3178051"/>
            <a:ext cx="5346700" cy="18003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59F771-30F8-E40C-A57B-C2830442D14C}"/>
              </a:ext>
            </a:extLst>
          </p:cNvPr>
          <p:cNvCxnSpPr>
            <a:cxnSpLocks/>
          </p:cNvCxnSpPr>
          <p:nvPr/>
        </p:nvCxnSpPr>
        <p:spPr>
          <a:xfrm flipV="1">
            <a:off x="2582333" y="3716865"/>
            <a:ext cx="872067" cy="211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73C70F-08FC-37B8-F730-96489554150D}"/>
              </a:ext>
            </a:extLst>
          </p:cNvPr>
          <p:cNvSpPr txBox="1"/>
          <p:nvPr/>
        </p:nvSpPr>
        <p:spPr>
          <a:xfrm>
            <a:off x="1322087" y="3773306"/>
            <a:ext cx="1640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Elementen </a:t>
            </a:r>
          </a:p>
          <a:p>
            <a:r>
              <a:rPr lang="en-BE" dirty="0"/>
              <a:t>(e.g. personen, landen,…)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A419E1-64A9-C466-0CCA-7932457C3E0F}"/>
              </a:ext>
            </a:extLst>
          </p:cNvPr>
          <p:cNvSpPr/>
          <p:nvPr/>
        </p:nvSpPr>
        <p:spPr>
          <a:xfrm>
            <a:off x="3591983" y="3031066"/>
            <a:ext cx="802217" cy="215053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EEFACF-262C-28F1-4F5D-35F344F0C1F2}"/>
              </a:ext>
            </a:extLst>
          </p:cNvPr>
          <p:cNvSpPr/>
          <p:nvPr/>
        </p:nvSpPr>
        <p:spPr>
          <a:xfrm>
            <a:off x="4394200" y="3178051"/>
            <a:ext cx="491067" cy="25094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DEC2BC-B2DA-826D-3584-A307D0B233F5}"/>
              </a:ext>
            </a:extLst>
          </p:cNvPr>
          <p:cNvSpPr/>
          <p:nvPr/>
        </p:nvSpPr>
        <p:spPr>
          <a:xfrm>
            <a:off x="5137150" y="3091857"/>
            <a:ext cx="1407583" cy="43874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BB1CD4-2D0B-6017-36AC-843266FDD728}"/>
              </a:ext>
            </a:extLst>
          </p:cNvPr>
          <p:cNvSpPr/>
          <p:nvPr/>
        </p:nvSpPr>
        <p:spPr>
          <a:xfrm>
            <a:off x="6796616" y="3185753"/>
            <a:ext cx="738717" cy="29404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23A1FF-C8EB-28FC-166A-650E63CAFE6B}"/>
              </a:ext>
            </a:extLst>
          </p:cNvPr>
          <p:cNvSpPr/>
          <p:nvPr/>
        </p:nvSpPr>
        <p:spPr>
          <a:xfrm>
            <a:off x="7961842" y="3185753"/>
            <a:ext cx="738717" cy="29404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68D273-6FB8-6C30-B8F2-82177D6D178D}"/>
              </a:ext>
            </a:extLst>
          </p:cNvPr>
          <p:cNvCxnSpPr/>
          <p:nvPr/>
        </p:nvCxnSpPr>
        <p:spPr>
          <a:xfrm flipH="1">
            <a:off x="4809067" y="2794000"/>
            <a:ext cx="618066" cy="297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39D0F1-7A71-55D4-0703-BB94D858F10E}"/>
              </a:ext>
            </a:extLst>
          </p:cNvPr>
          <p:cNvCxnSpPr/>
          <p:nvPr/>
        </p:nvCxnSpPr>
        <p:spPr>
          <a:xfrm flipH="1">
            <a:off x="5875867" y="2836333"/>
            <a:ext cx="364066" cy="194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D824B4-6029-C59C-B7BA-D7E19DE401F0}"/>
              </a:ext>
            </a:extLst>
          </p:cNvPr>
          <p:cNvCxnSpPr/>
          <p:nvPr/>
        </p:nvCxnSpPr>
        <p:spPr>
          <a:xfrm>
            <a:off x="6908800" y="2870200"/>
            <a:ext cx="313267" cy="221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1D8E71-BC56-C713-A41B-8F8F6E3F1633}"/>
              </a:ext>
            </a:extLst>
          </p:cNvPr>
          <p:cNvCxnSpPr/>
          <p:nvPr/>
        </p:nvCxnSpPr>
        <p:spPr>
          <a:xfrm>
            <a:off x="7272867" y="2717800"/>
            <a:ext cx="982133" cy="374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303C56-FC7F-08BE-1247-0541C698B92A}"/>
              </a:ext>
            </a:extLst>
          </p:cNvPr>
          <p:cNvSpPr txBox="1"/>
          <p:nvPr/>
        </p:nvSpPr>
        <p:spPr>
          <a:xfrm>
            <a:off x="5580992" y="2414674"/>
            <a:ext cx="180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Veranderlijken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95CDF5-AD41-8122-7E36-C3015ABF740E}"/>
              </a:ext>
            </a:extLst>
          </p:cNvPr>
          <p:cNvSpPr/>
          <p:nvPr/>
        </p:nvSpPr>
        <p:spPr>
          <a:xfrm>
            <a:off x="4394200" y="3530600"/>
            <a:ext cx="4603750" cy="14362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E67780-AB8E-31DB-09A2-1523385F79D1}"/>
              </a:ext>
            </a:extLst>
          </p:cNvPr>
          <p:cNvCxnSpPr>
            <a:cxnSpLocks/>
          </p:cNvCxnSpPr>
          <p:nvPr/>
        </p:nvCxnSpPr>
        <p:spPr>
          <a:xfrm>
            <a:off x="8997950" y="4124790"/>
            <a:ext cx="742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EE7BB5F-1B7A-576F-8AAB-63EB21FE424B}"/>
              </a:ext>
            </a:extLst>
          </p:cNvPr>
          <p:cNvSpPr txBox="1"/>
          <p:nvPr/>
        </p:nvSpPr>
        <p:spPr>
          <a:xfrm>
            <a:off x="9795933" y="3928532"/>
            <a:ext cx="140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Waarden</a:t>
            </a:r>
          </a:p>
        </p:txBody>
      </p:sp>
    </p:spTree>
    <p:extLst>
      <p:ext uri="{BB962C8B-B14F-4D97-AF65-F5344CB8AC3E}">
        <p14:creationId xmlns:p14="http://schemas.microsoft.com/office/powerpoint/2010/main" val="295518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  <p:bldP spid="11" grpId="0" animBg="1"/>
      <p:bldP spid="12" grpId="0" animBg="1"/>
      <p:bldP spid="13" grpId="0" animBg="1"/>
      <p:bldP spid="22" grpId="0"/>
      <p:bldP spid="24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/>
          <p:nvPr/>
        </p:nvSpPr>
        <p:spPr>
          <a:xfrm>
            <a:off x="1028699" y="701748"/>
            <a:ext cx="1840625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Soorten veranderlijken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"/>
          <p:cNvSpPr txBox="1"/>
          <p:nvPr/>
        </p:nvSpPr>
        <p:spPr>
          <a:xfrm>
            <a:off x="919755" y="1103293"/>
            <a:ext cx="46612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veranderlijken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919755" y="1811440"/>
            <a:ext cx="10211645" cy="315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Het is belangrijk om een goed zicht te hebben op het meetniveau van de veranderlijken, omdat dit in grote mate bepaalt welke gegevensvoorstellingen en analysetechnieken zinvol en inhoudelijk relevant zijn.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" descr="Download Free Categorical data Icons in PNG &amp;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0324" y="3643312"/>
            <a:ext cx="109537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" descr="Numeric - Free security ic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6725" y="3643312"/>
            <a:ext cx="136207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"/>
          <p:cNvSpPr txBox="1"/>
          <p:nvPr/>
        </p:nvSpPr>
        <p:spPr>
          <a:xfrm>
            <a:off x="7439025" y="5072493"/>
            <a:ext cx="5133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Numerieke veranderlijken</a:t>
            </a: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leent zich voor wiskundige bewerkingen</a:t>
            </a:r>
            <a:endParaRPr/>
          </a:p>
        </p:txBody>
      </p:sp>
      <p:sp>
        <p:nvSpPr>
          <p:cNvPr id="294" name="Google Shape;294;p3"/>
          <p:cNvSpPr txBox="1"/>
          <p:nvPr/>
        </p:nvSpPr>
        <p:spPr>
          <a:xfrm flipH="1">
            <a:off x="1621349" y="5033962"/>
            <a:ext cx="581767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Categorische veranderlijken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leent zich niet voor wiskundige bewerkingen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"/>
          <p:cNvSpPr txBox="1"/>
          <p:nvPr/>
        </p:nvSpPr>
        <p:spPr>
          <a:xfrm>
            <a:off x="1028699" y="701748"/>
            <a:ext cx="1840625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Soorten veranderlijken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"/>
          <p:cNvSpPr txBox="1"/>
          <p:nvPr/>
        </p:nvSpPr>
        <p:spPr>
          <a:xfrm>
            <a:off x="919755" y="1103293"/>
            <a:ext cx="46612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veranderlijken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4" descr="Download Free Categorical data Icons in PNG &amp;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9841" y="2027958"/>
            <a:ext cx="109537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" descr="Numeric - Free security ic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6786" y="1961283"/>
            <a:ext cx="136207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"/>
          <p:cNvSpPr txBox="1"/>
          <p:nvPr/>
        </p:nvSpPr>
        <p:spPr>
          <a:xfrm>
            <a:off x="8240526" y="3273175"/>
            <a:ext cx="328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Numerieke veranderlijken</a:t>
            </a: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"/>
          <p:cNvSpPr txBox="1"/>
          <p:nvPr/>
        </p:nvSpPr>
        <p:spPr>
          <a:xfrm flipH="1">
            <a:off x="1319655" y="3246745"/>
            <a:ext cx="309933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Categorische veranderlijken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1319655" y="3719482"/>
            <a:ext cx="250297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Dichotome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categorieën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bv. Jongen-Meisje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"/>
          <p:cNvSpPr txBox="1"/>
          <p:nvPr/>
        </p:nvSpPr>
        <p:spPr>
          <a:xfrm>
            <a:off x="1315589" y="4720962"/>
            <a:ext cx="450989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Geordende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2 categorieën met logische volgorde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bv. Groot – Middelmatig - Klein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"/>
          <p:cNvSpPr txBox="1"/>
          <p:nvPr/>
        </p:nvSpPr>
        <p:spPr>
          <a:xfrm>
            <a:off x="876797" y="5770498"/>
            <a:ext cx="5148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Niet-geordende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2 categorieën zonder logische volgorde</a:t>
            </a:r>
            <a:endParaRPr lang="en-GB" dirty="0"/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en-GB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bv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Antwerpen, Brussel, Limburg,…</a:t>
            </a:r>
            <a:endParaRPr lang="en-GB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"/>
          <p:cNvSpPr txBox="1"/>
          <p:nvPr/>
        </p:nvSpPr>
        <p:spPr>
          <a:xfrm>
            <a:off x="6951133" y="3936300"/>
            <a:ext cx="493748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Discrete</a:t>
            </a:r>
            <a:endParaRPr dirty="0"/>
          </a:p>
          <a:p>
            <a: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“aftelbaar aantal” (~</a:t>
            </a:r>
            <a:r>
              <a:rPr lang="nl-BE" sz="18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weinig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) 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antwoorden 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 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bv. aantal gaten in kiezen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"/>
          <p:cNvSpPr txBox="1"/>
          <p:nvPr/>
        </p:nvSpPr>
        <p:spPr>
          <a:xfrm>
            <a:off x="6951133" y="5153213"/>
            <a:ext cx="443592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Wingdings" pitchFamily="2" charset="2"/>
              <a:buChar char="à"/>
            </a:pPr>
            <a:r>
              <a:rPr lang="nl-B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“overaftelbaar aantal” (~</a:t>
            </a:r>
            <a:r>
              <a:rPr lang="nl-BE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veel</a:t>
            </a:r>
            <a:r>
              <a:rPr lang="nl-BE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) </a:t>
            </a:r>
            <a:r>
              <a:rPr lang="nl-B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antwoorden</a:t>
            </a:r>
          </a:p>
          <a:p>
            <a:pPr marL="742950" lvl="1" indent="-285750">
              <a:buClr>
                <a:schemeClr val="dk1"/>
              </a:buClr>
              <a:buSzPts val="1800"/>
              <a:buFont typeface="Wingdings" pitchFamily="2" charset="2"/>
              <a:buChar char="à"/>
            </a:pPr>
            <a:r>
              <a:rPr lang="nl-B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bv</a:t>
            </a:r>
            <a:r>
              <a:rPr lang="nl-BE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lengte in cm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0FF1B862-644E-34C9-F36F-9B477F00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">
            <a:extLst>
              <a:ext uri="{FF2B5EF4-FFF2-40B4-BE49-F238E27FC236}">
                <a16:creationId xmlns:a16="http://schemas.microsoft.com/office/drawing/2014/main" id="{BAD1E972-22E8-5820-D255-A711CBF84B72}"/>
              </a:ext>
            </a:extLst>
          </p:cNvPr>
          <p:cNvSpPr txBox="1"/>
          <p:nvPr/>
        </p:nvSpPr>
        <p:spPr>
          <a:xfrm>
            <a:off x="1028699" y="701748"/>
            <a:ext cx="1799168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Soorten veranderlijken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F2DF6B19-2C3A-A040-E011-A71CCF43CA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177417"/>
                  </p:ext>
                </p:extLst>
              </p:nvPr>
            </p:nvGraphicFramePr>
            <p:xfrm>
              <a:off x="431798" y="1320799"/>
              <a:ext cx="10786535" cy="507153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F2DF6B19-2C3A-A040-E011-A71CCF43CA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798" y="1320799"/>
                <a:ext cx="10786535" cy="50715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9344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1100" b="1" i="0" u="none" strike="noStrike" cap="none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Kengetallen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919755" y="1103293"/>
            <a:ext cx="588109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Soorten kengetallen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919755" y="1688028"/>
            <a:ext cx="10211645" cy="315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Doel: Gegevens compact en overzichtelijk samenvatten in enkele getallen, met zo weinig mogelijk verlies van informatie.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6" descr="Map - Free ic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6926" y="2832348"/>
            <a:ext cx="1130052" cy="113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6" descr="Central Icon: Over 104,807 Royalty-Free Licensable Stock Illustrations &amp;  Drawings | Shuttersto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7914" y="2471719"/>
            <a:ext cx="23717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"/>
          <p:cNvSpPr/>
          <p:nvPr/>
        </p:nvSpPr>
        <p:spPr>
          <a:xfrm>
            <a:off x="7277100" y="4133850"/>
            <a:ext cx="1419225" cy="5524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 txBox="1"/>
          <p:nvPr/>
        </p:nvSpPr>
        <p:spPr>
          <a:xfrm flipH="1">
            <a:off x="1462530" y="4166336"/>
            <a:ext cx="309933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Kengetallen voor de ligging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1462530" y="4708307"/>
            <a:ext cx="482397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Centrummaten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Modus, mediaan, rekenkundig gemiddelde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Percentielen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 txBox="1"/>
          <p:nvPr/>
        </p:nvSpPr>
        <p:spPr>
          <a:xfrm flipH="1">
            <a:off x="6783100" y="4166336"/>
            <a:ext cx="3370550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Kengetallen voor de spreiding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Spreidingsbreedte, interkwartielafstand, variantie, standaardafwijking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ligging: centrummaten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919755" y="1688028"/>
            <a:ext cx="10211645" cy="315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Modus: 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waarde die het vaakst voorkomt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Toepasbaar op alle type veranderlijke, maar weinig informatief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 sort(table(pizzasize$CrustDescription),decreasing=TRUE)[1]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7150" y="3265736"/>
            <a:ext cx="3889484" cy="176467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7"/>
          <p:cNvSpPr/>
          <p:nvPr/>
        </p:nvSpPr>
        <p:spPr>
          <a:xfrm>
            <a:off x="6829424" y="3876675"/>
            <a:ext cx="571501" cy="257176"/>
          </a:xfrm>
          <a:prstGeom prst="ellipse">
            <a:avLst/>
          </a:prstGeom>
          <a:noFill/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"/>
          <p:cNvSpPr/>
          <p:nvPr/>
        </p:nvSpPr>
        <p:spPr>
          <a:xfrm rot="-5400000">
            <a:off x="3318947" y="3980442"/>
            <a:ext cx="222587" cy="3325941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DE36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7"/>
          <p:cNvCxnSpPr/>
          <p:nvPr/>
        </p:nvCxnSpPr>
        <p:spPr>
          <a:xfrm rot="10800000" flipH="1">
            <a:off x="3430240" y="5030410"/>
            <a:ext cx="556544" cy="461275"/>
          </a:xfrm>
          <a:prstGeom prst="straightConnector1">
            <a:avLst/>
          </a:prstGeom>
          <a:noFill/>
          <a:ln w="9525" cap="flat" cmpd="sng">
            <a:solidFill>
              <a:srgbClr val="DE362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0" name="Google Shape;360;p7"/>
          <p:cNvSpPr/>
          <p:nvPr/>
        </p:nvSpPr>
        <p:spPr>
          <a:xfrm rot="5400000">
            <a:off x="4060275" y="3220653"/>
            <a:ext cx="222588" cy="5800724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DE36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"/>
          <p:cNvSpPr txBox="1"/>
          <p:nvPr/>
        </p:nvSpPr>
        <p:spPr>
          <a:xfrm flipH="1">
            <a:off x="1547813" y="6289170"/>
            <a:ext cx="73289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nl-BE" sz="16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Sorteer de tabel van hoogste naar laagste frequentie</a:t>
            </a:r>
            <a:endParaRPr/>
          </a:p>
        </p:txBody>
      </p:sp>
      <p:cxnSp>
        <p:nvCxnSpPr>
          <p:cNvPr id="362" name="Google Shape;362;p7"/>
          <p:cNvCxnSpPr/>
          <p:nvPr/>
        </p:nvCxnSpPr>
        <p:spPr>
          <a:xfrm>
            <a:off x="7374635" y="6059680"/>
            <a:ext cx="285751" cy="345257"/>
          </a:xfrm>
          <a:prstGeom prst="straightConnector1">
            <a:avLst/>
          </a:prstGeom>
          <a:noFill/>
          <a:ln w="9525" cap="flat" cmpd="sng">
            <a:solidFill>
              <a:srgbClr val="DE362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3" name="Google Shape;363;p7"/>
          <p:cNvSpPr txBox="1"/>
          <p:nvPr/>
        </p:nvSpPr>
        <p:spPr>
          <a:xfrm flipH="1">
            <a:off x="7042022" y="6307980"/>
            <a:ext cx="56681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nl-BE" sz="16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Selecteer het eerste element (=hoogste frequentie)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ligging: centrummaten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919755" y="1688028"/>
            <a:ext cx="10211645" cy="315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Mediaan: 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waarde die de geordende waarnemingen in twee even grote groepen verdeelt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Toepasbaar op geordende categorische en numerieke veranderlijken.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198" y="2633557"/>
            <a:ext cx="2896004" cy="142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2874" y="2930190"/>
            <a:ext cx="2876951" cy="116221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 txBox="1"/>
          <p:nvPr/>
        </p:nvSpPr>
        <p:spPr>
          <a:xfrm flipH="1">
            <a:off x="7146656" y="4171068"/>
            <a:ext cx="398474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mediaan is de middelste geordende waarneming</a:t>
            </a:r>
            <a:endParaRPr/>
          </a:p>
        </p:txBody>
      </p:sp>
      <p:sp>
        <p:nvSpPr>
          <p:cNvPr id="375" name="Google Shape;375;p8"/>
          <p:cNvSpPr txBox="1"/>
          <p:nvPr/>
        </p:nvSpPr>
        <p:spPr>
          <a:xfrm flipH="1">
            <a:off x="1669781" y="4154309"/>
            <a:ext cx="398474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mediaan is het gemiddelde van de twee middelste geordende waarnemingen</a:t>
            </a:r>
            <a:endParaRPr/>
          </a:p>
        </p:txBody>
      </p:sp>
      <p:sp>
        <p:nvSpPr>
          <p:cNvPr id="2" name="Google Shape;394;p9">
            <a:extLst>
              <a:ext uri="{FF2B5EF4-FFF2-40B4-BE49-F238E27FC236}">
                <a16:creationId xmlns:a16="http://schemas.microsoft.com/office/drawing/2014/main" id="{A05C9EEC-DEEE-19C8-606D-4A3A7A3C9DA2}"/>
              </a:ext>
            </a:extLst>
          </p:cNvPr>
          <p:cNvSpPr txBox="1"/>
          <p:nvPr/>
        </p:nvSpPr>
        <p:spPr>
          <a:xfrm>
            <a:off x="541060" y="5169972"/>
            <a:ext cx="64691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itchFamily="2" charset="2"/>
              </a:rPr>
              <a:t> </a:t>
            </a:r>
            <a:r>
              <a:rPr lang="nl-BE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mediaan is niet altijd een geobserveerde waarneming</a:t>
            </a:r>
            <a:endParaRPr dirty="0"/>
          </a:p>
        </p:txBody>
      </p:sp>
      <p:sp>
        <p:nvSpPr>
          <p:cNvPr id="3" name="Google Shape;395;p9">
            <a:extLst>
              <a:ext uri="{FF2B5EF4-FFF2-40B4-BE49-F238E27FC236}">
                <a16:creationId xmlns:a16="http://schemas.microsoft.com/office/drawing/2014/main" id="{58C55609-0585-F0CE-2EDC-C2EA9FF1A91D}"/>
              </a:ext>
            </a:extLst>
          </p:cNvPr>
          <p:cNvSpPr txBox="1"/>
          <p:nvPr/>
        </p:nvSpPr>
        <p:spPr>
          <a:xfrm>
            <a:off x="2462314" y="5916329"/>
            <a:ext cx="43150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 median(pizzasize$Diameter)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3D338-9B62-698D-6BF7-414141613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577" y="5854310"/>
            <a:ext cx="2654300" cy="43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ligging: centrummaten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919755" y="1688028"/>
            <a:ext cx="10211645" cy="315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Rekenkundig gemiddelde: 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som van alle waargenomen waarden, gedeeld door het aantal waarnemingen.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Enkel toepasbaar op numerieke veranderlijken.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 txBox="1"/>
          <p:nvPr/>
        </p:nvSpPr>
        <p:spPr>
          <a:xfrm>
            <a:off x="1159584" y="3754769"/>
            <a:ext cx="43150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 mean(pizzasize$Diameter)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4F9F41-1227-6514-55A4-9052733C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84" y="4627954"/>
            <a:ext cx="2425700" cy="39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ligging: percentielen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919755" y="1688028"/>
            <a:ext cx="10211645" cy="44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Percentielen delen een geordende dataset in 100 gelijke delen.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 </a:t>
            </a:r>
            <a:r>
              <a:rPr lang="nl-BE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-percentiel is die waarneming in de dataset waarbij ze in twee groepen wordt verdeeld, zodat een deel</a:t>
            </a:r>
            <a:r>
              <a:rPr lang="nl-BE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de waarnemingen een waarde kleiner of gelijk heeft aan het </a:t>
            </a:r>
            <a:r>
              <a:rPr lang="nl-BE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-percentiel en een deel (100 − </a:t>
            </a:r>
            <a:r>
              <a:rPr lang="nl-BE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een waarde groter of gelijk heeft aan het </a:t>
            </a:r>
            <a:r>
              <a:rPr lang="nl-BE" sz="20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-percentiel.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Vaak gebruikt: Kwartielen, die de dataset deelt in 4 gelijke delen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kwartiel (Q1)=25</a:t>
            </a:r>
            <a:r>
              <a:rPr lang="nl-BE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nl-BE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kwartiel (Q2)=50</a:t>
            </a:r>
            <a:r>
              <a:rPr lang="nl-BE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percentiel = mediaan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nl-BE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kwartiel (Q3)=75</a:t>
            </a:r>
            <a:r>
              <a:rPr lang="nl-BE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3209545" y="3557016"/>
            <a:ext cx="1271016" cy="5847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032505" y="3557016"/>
            <a:ext cx="4413886" cy="584735"/>
          </a:xfrm>
          <a:prstGeom prst="rect">
            <a:avLst/>
          </a:prstGeom>
          <a:solidFill>
            <a:srgbClr val="F2AFAB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3904487" y="4141603"/>
            <a:ext cx="365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3188209" y="5940552"/>
            <a:ext cx="1271016" cy="5847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459225" y="5940552"/>
            <a:ext cx="1271016" cy="584735"/>
          </a:xfrm>
          <a:prstGeom prst="rect">
            <a:avLst/>
          </a:prstGeom>
          <a:solidFill>
            <a:srgbClr val="F2AFAB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739386" y="5940552"/>
            <a:ext cx="1271016" cy="58473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7010402" y="5940552"/>
            <a:ext cx="1271016" cy="584735"/>
          </a:xfrm>
          <a:prstGeom prst="rect">
            <a:avLst/>
          </a:prstGeom>
          <a:solidFill>
            <a:srgbClr val="F2AFAB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4267199" y="5567543"/>
            <a:ext cx="560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/>
          </a:p>
        </p:txBody>
      </p:sp>
      <p:sp>
        <p:nvSpPr>
          <p:cNvPr id="435" name="Google Shape;435;p12"/>
          <p:cNvSpPr txBox="1"/>
          <p:nvPr/>
        </p:nvSpPr>
        <p:spPr>
          <a:xfrm>
            <a:off x="5464744" y="5567543"/>
            <a:ext cx="560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/>
          </a:p>
        </p:txBody>
      </p:sp>
      <p:sp>
        <p:nvSpPr>
          <p:cNvPr id="436" name="Google Shape;436;p12"/>
          <p:cNvSpPr txBox="1"/>
          <p:nvPr/>
        </p:nvSpPr>
        <p:spPr>
          <a:xfrm>
            <a:off x="6792307" y="5567543"/>
            <a:ext cx="560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ligging: percentielen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919755" y="1688028"/>
            <a:ext cx="10211645" cy="44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Het </a:t>
            </a:r>
            <a:r>
              <a:rPr lang="nl-BE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nl-BE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-de percentiel is de </a:t>
            </a:r>
            <a:r>
              <a:rPr lang="nl-BE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nl-BE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-de geordende waarneming, waarbij </a:t>
            </a:r>
            <a:r>
              <a:rPr lang="nl-BE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nl-BE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nl-BE" sz="20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lang="nl-BE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/100) × 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2204086" y="2959946"/>
            <a:ext cx="749808" cy="720774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 flipH="1">
            <a:off x="7612825" y="4145100"/>
            <a:ext cx="4256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geen geheel getal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Neem als </a:t>
            </a:r>
            <a:r>
              <a:rPr lang="nl-BE" sz="20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het d</a:t>
            </a: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ichtstbijzijnde geheel getal dat groter is dan</a:t>
            </a:r>
            <a:r>
              <a:rPr lang="nl-BE" sz="2000" b="0" i="1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8389220" y="2959946"/>
            <a:ext cx="749808" cy="720774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8751951" y="2852928"/>
            <a:ext cx="1054990" cy="1051560"/>
          </a:xfrm>
          <a:prstGeom prst="rect">
            <a:avLst/>
          </a:prstGeom>
          <a:solidFill>
            <a:srgbClr val="FFFFFF">
              <a:alpha val="8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3"/>
          <p:cNvSpPr txBox="1"/>
          <p:nvPr/>
        </p:nvSpPr>
        <p:spPr>
          <a:xfrm flipH="1">
            <a:off x="1583436" y="4145111"/>
            <a:ext cx="3984744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een geheel getal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Rekenkundig gemiddelde van de</a:t>
            </a:r>
            <a:r>
              <a:rPr lang="nl-BE" sz="2000" b="0" i="1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nl-BE" sz="2000" b="0" i="1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i+1 </a:t>
            </a: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geordende waarneming</a:t>
            </a:r>
            <a:endParaRPr/>
          </a:p>
        </p:txBody>
      </p:sp>
      <p:sp>
        <p:nvSpPr>
          <p:cNvPr id="2" name="Google Shape;472;p14">
            <a:extLst>
              <a:ext uri="{FF2B5EF4-FFF2-40B4-BE49-F238E27FC236}">
                <a16:creationId xmlns:a16="http://schemas.microsoft.com/office/drawing/2014/main" id="{2E2ACAC5-FC17-8C02-50E6-0C571847AEFF}"/>
              </a:ext>
            </a:extLst>
          </p:cNvPr>
          <p:cNvSpPr txBox="1"/>
          <p:nvPr/>
        </p:nvSpPr>
        <p:spPr>
          <a:xfrm>
            <a:off x="1293285" y="5817698"/>
            <a:ext cx="102070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 we berekenen Q3 als quantile(pizzasize$Diameter, 0.75, type = 2)	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526F6-2765-670E-A1FD-B74726CA8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141" y="5870250"/>
            <a:ext cx="3911600" cy="63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spreiding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930235" y="1688028"/>
            <a:ext cx="10211645" cy="44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Spreidingsmaten geven weer in welke mate waarnemingen in een dataset verschillen van elkaar.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drukken de spreiding uit in een getal dat de afwijking van alle waarnemingen tot de centrummaat weerspiegelt.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Welke spreidingsmaat we gebruiken, hangt opnieuw af van het meetniveau van de veranderlijke.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bespreken 3 spreidingsmaten: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spreidingsbreedte, de interkwartielafstand, en de variantie/ standaardafwijking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5"/>
          <p:cNvCxnSpPr/>
          <p:nvPr/>
        </p:nvCxnSpPr>
        <p:spPr>
          <a:xfrm>
            <a:off x="1546672" y="3785616"/>
            <a:ext cx="28163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Google Shape;482;p15"/>
          <p:cNvSpPr/>
          <p:nvPr/>
        </p:nvSpPr>
        <p:spPr>
          <a:xfrm>
            <a:off x="2799783" y="3762756"/>
            <a:ext cx="45719" cy="45719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2952182" y="3761746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3104581" y="3761746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2503105" y="3768286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2655504" y="3768286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3233608" y="3757068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3386007" y="3757068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2202144" y="3768286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2380628" y="3768286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15"/>
          <p:cNvCxnSpPr/>
          <p:nvPr/>
        </p:nvCxnSpPr>
        <p:spPr>
          <a:xfrm>
            <a:off x="5786722" y="3814005"/>
            <a:ext cx="28163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2" name="Google Shape;492;p15"/>
          <p:cNvSpPr/>
          <p:nvPr/>
        </p:nvSpPr>
        <p:spPr>
          <a:xfrm>
            <a:off x="7159098" y="3791145"/>
            <a:ext cx="45719" cy="45719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A32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6496664" y="3795480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6808094" y="3795480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5869701" y="3796675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6206187" y="3796675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8112099" y="3788859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8423529" y="3788859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7485136" y="3790054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7821622" y="3790054"/>
            <a:ext cx="45719" cy="45719"/>
          </a:xfrm>
          <a:prstGeom prst="flowChartConnector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 txBox="1"/>
          <p:nvPr/>
        </p:nvSpPr>
        <p:spPr>
          <a:xfrm>
            <a:off x="1984972" y="4087380"/>
            <a:ext cx="680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Kleine spreiding			              Grote spreiding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6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spreiding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930235" y="1688028"/>
            <a:ext cx="10211645" cy="44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Spreidingsbreedte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verschil tussen de grootste en de kleinste waargenomen waarde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Toepasbaar op geordende en numerieke waarnemingen, maar beperkte informatie.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Spreidingsbreedte is 5-1 = 4 voor </a:t>
            </a:r>
            <a:r>
              <a:rPr lang="nl-BE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beide pizzaketens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853" y="3326681"/>
            <a:ext cx="4711479" cy="17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6"/>
          <p:cNvSpPr txBox="1"/>
          <p:nvPr/>
        </p:nvSpPr>
        <p:spPr>
          <a:xfrm flipH="1">
            <a:off x="3603142" y="2834259"/>
            <a:ext cx="39847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Vb. </a:t>
            </a: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pizza klanttevredenheid</a:t>
            </a:r>
            <a:endParaRPr/>
          </a:p>
        </p:txBody>
      </p:sp>
      <p:sp>
        <p:nvSpPr>
          <p:cNvPr id="512" name="Google Shape;512;p16"/>
          <p:cNvSpPr txBox="1"/>
          <p:nvPr/>
        </p:nvSpPr>
        <p:spPr>
          <a:xfrm>
            <a:off x="3117853" y="3675335"/>
            <a:ext cx="9144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13" name="Google Shape;513;p16"/>
          <p:cNvSpPr txBox="1"/>
          <p:nvPr/>
        </p:nvSpPr>
        <p:spPr>
          <a:xfrm>
            <a:off x="3773796" y="6248564"/>
            <a:ext cx="421196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 range(pizzasize$SatisfactionDominos)	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7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 txBox="1"/>
          <p:nvPr/>
        </p:nvSpPr>
        <p:spPr>
          <a:xfrm>
            <a:off x="919755" y="1103293"/>
            <a:ext cx="77765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spreiding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930235" y="1688028"/>
            <a:ext cx="10211645" cy="44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Interkwartielafstand (IQR)</a:t>
            </a: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verschil tussen het derde en het eerste kwartiel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Toepasbaar op geordende en numerieke waarnemingen, maar informatiever: geeft aan binnen welk interval 50% van de centrale waarnemingen liggen.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5636" y="3401832"/>
            <a:ext cx="4711479" cy="17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7"/>
          <p:cNvSpPr txBox="1"/>
          <p:nvPr/>
        </p:nvSpPr>
        <p:spPr>
          <a:xfrm flipH="1">
            <a:off x="3280925" y="2947464"/>
            <a:ext cx="39847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Vb. </a:t>
            </a: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pizza klanttevredenheid</a:t>
            </a:r>
            <a:endParaRPr/>
          </a:p>
        </p:txBody>
      </p:sp>
      <p:sp>
        <p:nvSpPr>
          <p:cNvPr id="524" name="Google Shape;524;p17"/>
          <p:cNvSpPr txBox="1"/>
          <p:nvPr/>
        </p:nvSpPr>
        <p:spPr>
          <a:xfrm>
            <a:off x="2786927" y="3745000"/>
            <a:ext cx="9144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/>
          </a:p>
        </p:txBody>
      </p:sp>
      <p:sp>
        <p:nvSpPr>
          <p:cNvPr id="525" name="Google Shape;525;p17"/>
          <p:cNvSpPr txBox="1"/>
          <p:nvPr/>
        </p:nvSpPr>
        <p:spPr>
          <a:xfrm flipH="1">
            <a:off x="1850828" y="5175315"/>
            <a:ext cx="7153834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Q3: </a:t>
            </a:r>
            <a:r>
              <a:rPr lang="nl-BE" sz="20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nl-BE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3/4x125 = 93,75        94</a:t>
            </a:r>
            <a:r>
              <a:rPr lang="nl-BE" sz="2000" baseline="30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	 2.               5.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Q1: </a:t>
            </a:r>
            <a:r>
              <a:rPr lang="nl-BE" sz="20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nl-BE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1/4x125 = 31,25        32</a:t>
            </a:r>
            <a:r>
              <a:rPr lang="nl-BE" sz="2000" baseline="30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nl-BE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	 1.               4.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	IQR         	 1                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50% centrale observaties tussen	1-2	  4-5</a:t>
            </a:r>
            <a:endParaRPr dirty="0"/>
          </a:p>
        </p:txBody>
      </p:sp>
      <p:cxnSp>
        <p:nvCxnSpPr>
          <p:cNvPr id="526" name="Google Shape;526;p17"/>
          <p:cNvCxnSpPr/>
          <p:nvPr/>
        </p:nvCxnSpPr>
        <p:spPr>
          <a:xfrm>
            <a:off x="4386671" y="5378268"/>
            <a:ext cx="33337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7" name="Google Shape;527;p17"/>
          <p:cNvCxnSpPr/>
          <p:nvPr/>
        </p:nvCxnSpPr>
        <p:spPr>
          <a:xfrm>
            <a:off x="4386671" y="5687181"/>
            <a:ext cx="33337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8" name="Google Shape;528;p17"/>
          <p:cNvSpPr txBox="1"/>
          <p:nvPr/>
        </p:nvSpPr>
        <p:spPr>
          <a:xfrm>
            <a:off x="584791" y="6498754"/>
            <a:ext cx="1077118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R: quantile(pizzasize$SatisfactionDominos, 0.75,type=2) - quantile(pizzasize$SatisfactionDominos, 0.25,type=2)	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"/>
          <p:cNvSpPr txBox="1"/>
          <p:nvPr/>
        </p:nvSpPr>
        <p:spPr>
          <a:xfrm>
            <a:off x="1028700" y="701748"/>
            <a:ext cx="1038226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nl-BE" sz="1100" b="1" dirty="0">
                <a:solidFill>
                  <a:srgbClr val="F4F5FC"/>
                </a:solidFill>
                <a:ea typeface="Calibri"/>
                <a:cs typeface="Calibri"/>
                <a:sym typeface="Calibri"/>
              </a:rPr>
              <a:t>Kengetallen</a:t>
            </a:r>
            <a:endParaRPr lang="nl-B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 txBox="1"/>
          <p:nvPr/>
        </p:nvSpPr>
        <p:spPr>
          <a:xfrm>
            <a:off x="919755" y="1103293"/>
            <a:ext cx="7776570" cy="59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BE" sz="32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Kengetallen voor de spreiding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930235" y="1688028"/>
            <a:ext cx="10211645" cy="44682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56" t="-816" b="-409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549" name="Google Shape;549;p19"/>
          <p:cNvSpPr txBox="1"/>
          <p:nvPr/>
        </p:nvSpPr>
        <p:spPr>
          <a:xfrm>
            <a:off x="728700" y="5571477"/>
            <a:ext cx="31518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R: var(pizzasize$Diameter)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sd(pizzasize$Diameter)	</a:t>
            </a:r>
            <a:endParaRPr dirty="0"/>
          </a:p>
        </p:txBody>
      </p:sp>
      <p:sp>
        <p:nvSpPr>
          <p:cNvPr id="551" name="Google Shape;551;p19"/>
          <p:cNvSpPr txBox="1"/>
          <p:nvPr/>
        </p:nvSpPr>
        <p:spPr>
          <a:xfrm flipH="1">
            <a:off x="4103628" y="5016495"/>
            <a:ext cx="39847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nl-BE" sz="2000" b="0" i="0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Vb. </a:t>
            </a:r>
            <a:r>
              <a:rPr lang="nl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pizza bodem diameters (cm)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9832F4-9138-3EA4-A855-DF2D87137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957" y="5581416"/>
            <a:ext cx="23622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6E4C80-BC76-E7E8-DA26-235D29BC5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132" y="2902704"/>
            <a:ext cx="2184400" cy="801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FE5C-303D-6E92-F55D-7459C1CE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DCDBDD-302F-8B88-CD06-CC1DC35CFE7B}"/>
              </a:ext>
            </a:extLst>
          </p:cNvPr>
          <p:cNvSpPr txBox="1"/>
          <p:nvPr/>
        </p:nvSpPr>
        <p:spPr>
          <a:xfrm>
            <a:off x="2304661" y="3235003"/>
            <a:ext cx="6851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Visualisatie en exploratie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3EE40-66A6-A7BD-B08A-0668D323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256775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39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A56A-C116-4E5C-B3F2-9BAE7FFE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D60988-51C1-E610-6586-403F140405D3}"/>
              </a:ext>
            </a:extLst>
          </p:cNvPr>
          <p:cNvSpPr txBox="1"/>
          <p:nvPr/>
        </p:nvSpPr>
        <p:spPr>
          <a:xfrm>
            <a:off x="1028700" y="701748"/>
            <a:ext cx="655949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Content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7FA22-D5F6-DC83-7F9F-52289C5D7DFA}"/>
              </a:ext>
            </a:extLst>
          </p:cNvPr>
          <p:cNvSpPr txBox="1"/>
          <p:nvPr/>
        </p:nvSpPr>
        <p:spPr>
          <a:xfrm>
            <a:off x="919756" y="1103293"/>
            <a:ext cx="3868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Overview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84E7C-9460-411C-C9C5-A33C3B25B066}"/>
              </a:ext>
            </a:extLst>
          </p:cNvPr>
          <p:cNvSpPr/>
          <p:nvPr/>
        </p:nvSpPr>
        <p:spPr>
          <a:xfrm>
            <a:off x="919756" y="1851292"/>
            <a:ext cx="10211645" cy="1494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Built-in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grafische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procedures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Het ggplot2 R package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Voorbeelden</a:t>
            </a:r>
            <a:endParaRPr kumimoji="0" lang="en-US" sz="1600" b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536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6FAC-5BCC-77E2-6419-61D05A32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E87541-8166-683A-782A-94568CA9B1B6}"/>
              </a:ext>
            </a:extLst>
          </p:cNvPr>
          <p:cNvSpPr txBox="1"/>
          <p:nvPr/>
        </p:nvSpPr>
        <p:spPr>
          <a:xfrm>
            <a:off x="1028700" y="701748"/>
            <a:ext cx="1861407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Built-in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grafische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procedures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E0D7C-4BA5-7FCE-4D95-15DA1399112F}"/>
              </a:ext>
            </a:extLst>
          </p:cNvPr>
          <p:cNvSpPr/>
          <p:nvPr/>
        </p:nvSpPr>
        <p:spPr>
          <a:xfrm>
            <a:off x="679668" y="1196450"/>
            <a:ext cx="10261234" cy="406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2000" noProof="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R heeft veel standaard ingebouwde functies om verscheidene grafieken te maken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  <a:defRPr/>
            </a:pPr>
            <a:r>
              <a:rPr lang="nl-BE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Elke functie heeft zijn specifieke argumenten, zie R help pagina’s (e.g. ?plot)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9CDE3D-F9E1-0E69-74C3-2DED40A4D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445503"/>
              </p:ext>
            </p:extLst>
          </p:nvPr>
        </p:nvGraphicFramePr>
        <p:xfrm>
          <a:off x="1028700" y="1796045"/>
          <a:ext cx="10080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162749542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9805016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483466598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3685126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BE" dirty="0"/>
                        <a:t>High-level functies (maak nieuwe grafische voorstelling)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BE" dirty="0"/>
                        <a:t>Low-level functies (voeg een element toe aan bestaande grafische voorstelling)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08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plot</a:t>
                      </a:r>
                      <a:r>
                        <a:rPr lang="en-BE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BE" dirty="0"/>
                        <a:t>catterplot, lijnplot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</a:t>
                      </a:r>
                      <a:r>
                        <a:rPr lang="en-BE" dirty="0"/>
                        <a:t>oints()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punten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28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boxplot</a:t>
                      </a:r>
                      <a:r>
                        <a:rPr lang="en-BE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boxplot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</a:t>
                      </a:r>
                      <a:r>
                        <a:rPr lang="en-BE" dirty="0"/>
                        <a:t>ines()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lijn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10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  <a:r>
                        <a:rPr lang="en-BE" dirty="0"/>
                        <a:t>ist()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  <a:r>
                        <a:rPr lang="en-BE" dirty="0"/>
                        <a:t>ext()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  <a:r>
                        <a:rPr lang="en-BE" dirty="0"/>
                        <a:t>ekst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8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r>
                        <a:rPr lang="en-BE" dirty="0"/>
                        <a:t>arplot()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staafdiagram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</a:t>
                      </a:r>
                      <a:r>
                        <a:rPr lang="en-BE" dirty="0"/>
                        <a:t>egend()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</a:t>
                      </a:r>
                      <a:r>
                        <a:rPr lang="en-BE" dirty="0"/>
                        <a:t>egende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76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E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138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452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573D7-530D-DDDF-F16B-568E6293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156D3B-6A20-C9C4-E9EA-A66C39627BAB}"/>
              </a:ext>
            </a:extLst>
          </p:cNvPr>
          <p:cNvSpPr txBox="1"/>
          <p:nvPr/>
        </p:nvSpPr>
        <p:spPr>
          <a:xfrm>
            <a:off x="1028700" y="701748"/>
            <a:ext cx="1861407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Built-in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grafische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procedures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337C5-D2BF-F1F2-53A2-6133F51A794B}"/>
              </a:ext>
            </a:extLst>
          </p:cNvPr>
          <p:cNvSpPr/>
          <p:nvPr/>
        </p:nvSpPr>
        <p:spPr>
          <a:xfrm>
            <a:off x="679668" y="1196450"/>
            <a:ext cx="10261234" cy="4861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2000" noProof="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R heeft veel standaard ingebouwde functies om verscheidene grafieken te maken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  <a:sym typeface="Wingdings" pitchFamily="2" charset="2"/>
              </a:rPr>
              <a:t> We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  <a:sym typeface="Wingdings" pitchFamily="2" charset="2"/>
              </a:rPr>
              <a:t>kiezen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  <a:sym typeface="Wingdings" pitchFamily="2" charset="2"/>
              </a:rPr>
              <a:t>voor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  <a:sym typeface="Wingdings" pitchFamily="2" charset="2"/>
              </a:rPr>
              <a:t>een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  <a:sym typeface="Wingdings" pitchFamily="2" charset="2"/>
              </a:rPr>
              <a:t>alternatief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  <a:sym typeface="Wingdings" pitchFamily="2" charset="2"/>
              </a:rPr>
              <a:t> op basis van ggplot2 R package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5403CC-C2BE-62F3-6E1C-1C5A89827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30634"/>
              </p:ext>
            </p:extLst>
          </p:nvPr>
        </p:nvGraphicFramePr>
        <p:xfrm>
          <a:off x="679668" y="1636556"/>
          <a:ext cx="482400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000">
                  <a:extLst>
                    <a:ext uri="{9D8B030D-6E8A-4147-A177-3AD203B41FA5}">
                      <a16:colId xmlns:a16="http://schemas.microsoft.com/office/drawing/2014/main" val="1627495424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9805016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1483466598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36851269"/>
                    </a:ext>
                  </a:extLst>
                </a:gridCol>
              </a:tblGrid>
              <a:tr h="243600">
                <a:tc gridSpan="2">
                  <a:txBody>
                    <a:bodyPr/>
                    <a:lstStyle/>
                    <a:p>
                      <a:r>
                        <a:rPr lang="en-BE" sz="1000" dirty="0"/>
                        <a:t>High-level functies (maak nieuwe grafische voorstelling)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BE" sz="1000" dirty="0"/>
                        <a:t>Low-level functies (voeg een element toe aan bestaande grafische voorstelling)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083472"/>
                  </a:ext>
                </a:extLst>
              </a:tr>
              <a:tr h="243600">
                <a:tc>
                  <a:txBody>
                    <a:bodyPr/>
                    <a:lstStyle/>
                    <a:p>
                      <a:r>
                        <a:rPr lang="en-GB" sz="1000" dirty="0"/>
                        <a:t>plot</a:t>
                      </a:r>
                      <a:r>
                        <a:rPr lang="en-BE" sz="1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S</a:t>
                      </a:r>
                      <a:r>
                        <a:rPr lang="en-BE" sz="1000" dirty="0"/>
                        <a:t>catterplot, lijnplot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</a:t>
                      </a:r>
                      <a:r>
                        <a:rPr lang="en-BE" sz="1000" dirty="0"/>
                        <a:t>oints()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sz="1000" dirty="0"/>
                        <a:t>punten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28439"/>
                  </a:ext>
                </a:extLst>
              </a:tr>
              <a:tr h="243600">
                <a:tc>
                  <a:txBody>
                    <a:bodyPr/>
                    <a:lstStyle/>
                    <a:p>
                      <a:r>
                        <a:rPr lang="en-GB" sz="1000" dirty="0"/>
                        <a:t>boxplot</a:t>
                      </a:r>
                      <a:r>
                        <a:rPr lang="en-BE" sz="1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sz="1000" dirty="0"/>
                        <a:t>boxplot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l</a:t>
                      </a:r>
                      <a:r>
                        <a:rPr lang="en-BE" sz="1000" dirty="0"/>
                        <a:t>ines()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sz="1000" dirty="0"/>
                        <a:t>lijn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10964"/>
                  </a:ext>
                </a:extLst>
              </a:tr>
              <a:tr h="243600">
                <a:tc>
                  <a:txBody>
                    <a:bodyPr/>
                    <a:lstStyle/>
                    <a:p>
                      <a:r>
                        <a:rPr lang="en-GB" sz="1000" dirty="0"/>
                        <a:t>h</a:t>
                      </a:r>
                      <a:r>
                        <a:rPr lang="en-BE" sz="1000" dirty="0"/>
                        <a:t>ist()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sz="1000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</a:t>
                      </a:r>
                      <a:r>
                        <a:rPr lang="en-BE" sz="1000" dirty="0"/>
                        <a:t>ext()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</a:t>
                      </a:r>
                      <a:r>
                        <a:rPr lang="en-BE" sz="1000" dirty="0"/>
                        <a:t>ekst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84520"/>
                  </a:ext>
                </a:extLst>
              </a:tr>
              <a:tr h="243600">
                <a:tc>
                  <a:txBody>
                    <a:bodyPr/>
                    <a:lstStyle/>
                    <a:p>
                      <a:r>
                        <a:rPr lang="en-GB" sz="1000" dirty="0"/>
                        <a:t>b</a:t>
                      </a:r>
                      <a:r>
                        <a:rPr lang="en-BE" sz="1000" dirty="0"/>
                        <a:t>arplot()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sz="1000" dirty="0"/>
                        <a:t>staafdiagram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l</a:t>
                      </a:r>
                      <a:r>
                        <a:rPr lang="en-BE" sz="1000" dirty="0"/>
                        <a:t>egend()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L</a:t>
                      </a:r>
                      <a:r>
                        <a:rPr lang="en-BE" sz="1000" dirty="0"/>
                        <a:t>egende toevoegen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765119"/>
                  </a:ext>
                </a:extLst>
              </a:tr>
              <a:tr h="243600">
                <a:tc>
                  <a:txBody>
                    <a:bodyPr/>
                    <a:lstStyle/>
                    <a:p>
                      <a:r>
                        <a:rPr lang="en-BE" sz="1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sz="1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13882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DE3C352-1D45-70DF-1210-FF2871E02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037" y="3903521"/>
            <a:ext cx="3378200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D390C3-D4D9-E263-26A2-C832DC3F0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468" y="2163337"/>
            <a:ext cx="4489434" cy="311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FB08-8ED7-0877-2B83-819B4C7D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FFCE8F-BCEB-0BC6-B7F4-B9761F6ACB87}"/>
              </a:ext>
            </a:extLst>
          </p:cNvPr>
          <p:cNvSpPr txBox="1"/>
          <p:nvPr/>
        </p:nvSpPr>
        <p:spPr>
          <a:xfrm>
            <a:off x="1028700" y="701748"/>
            <a:ext cx="124906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F4F5FC"/>
                </a:solidFill>
                <a:latin typeface="Calibri" panose="020F0502020204030204" pitchFamily="34" charset="0"/>
                <a:ea typeface="Roboto" panose="02000000000000000000" pitchFamily="2" charset="0"/>
              </a:rPr>
              <a:t>R package ggplot2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7A6C29-3A31-6169-E6E6-60B95357ED10}"/>
              </a:ext>
            </a:extLst>
          </p:cNvPr>
          <p:cNvSpPr/>
          <p:nvPr/>
        </p:nvSpPr>
        <p:spPr>
          <a:xfrm>
            <a:off x="679668" y="1196450"/>
            <a:ext cx="10261234" cy="4861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nl-BE" sz="2000" noProof="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ggplot2: </a:t>
            </a: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nl-BE" sz="2000" noProof="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Eén van de meest gebruikte R packages voor het maken van grafische voorstellingen</a:t>
            </a: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nl-BE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Een grafiek kan worden opgedeeld in enkele fundamentele onderdelen: </a:t>
            </a:r>
          </a:p>
          <a:p>
            <a:pPr lvl="0">
              <a:lnSpc>
                <a:spcPct val="130000"/>
              </a:lnSpc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r>
              <a:rPr lang="nl-BE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                                               </a:t>
            </a: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plot = data + aesthetics + geometrie</a:t>
            </a:r>
            <a:r>
              <a:rPr lang="nl-BE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data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: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dataframe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met de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gegevens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die je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wenst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te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plotten</a:t>
            </a:r>
            <a:endParaRPr lang="en-US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aesthetics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: (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functie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aes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())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meegeven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van x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y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variabele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groeperingen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kleuren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grootte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vorm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van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punten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lijnen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,…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geometrie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: het type van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grafiek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(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lijn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,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punten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, histogram, boxplot,…).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Hiervoor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gebruiken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we de ‘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geom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()’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functies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zoals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geom_point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(),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geom_line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(), </a:t>
            </a:r>
            <a:r>
              <a:rPr lang="en-US" sz="2000" dirty="0" err="1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geom_bar</a:t>
            </a:r>
            <a:r>
              <a:rPr lang="en-US" sz="2000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()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Het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juiste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type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grafiek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hangt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af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 van het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gegevenstype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6DF345-D7A5-BEE4-A1E5-E26D29C6B012}"/>
              </a:ext>
            </a:extLst>
          </p:cNvPr>
          <p:cNvSpPr/>
          <p:nvPr/>
        </p:nvSpPr>
        <p:spPr>
          <a:xfrm>
            <a:off x="3434316" y="2828255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37493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2363-2640-6B7C-D3EC-0F6B4356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CEC8AC-12E9-E947-4A6E-DCEA75B651FA}"/>
              </a:ext>
            </a:extLst>
          </p:cNvPr>
          <p:cNvSpPr txBox="1"/>
          <p:nvPr/>
        </p:nvSpPr>
        <p:spPr>
          <a:xfrm>
            <a:off x="1028700" y="701748"/>
            <a:ext cx="3199915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Overzicht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grafische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procedures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1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veranderlijke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41551-E459-ADDC-D518-07E1B063C0EC}"/>
              </a:ext>
            </a:extLst>
          </p:cNvPr>
          <p:cNvSpPr/>
          <p:nvPr/>
        </p:nvSpPr>
        <p:spPr>
          <a:xfrm>
            <a:off x="919756" y="1851292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A3B1C62-BF83-7C87-7222-017689F199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2181268"/>
              </p:ext>
            </p:extLst>
          </p:nvPr>
        </p:nvGraphicFramePr>
        <p:xfrm>
          <a:off x="1060599" y="1178510"/>
          <a:ext cx="9239848" cy="5491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611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F2650-802A-EEEF-457D-AC12F4FD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32D964-C4A4-8167-C8F8-B41BCA40220E}"/>
              </a:ext>
            </a:extLst>
          </p:cNvPr>
          <p:cNvSpPr txBox="1"/>
          <p:nvPr/>
        </p:nvSpPr>
        <p:spPr>
          <a:xfrm>
            <a:off x="1028700" y="701748"/>
            <a:ext cx="3275256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Overzicht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grafische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procedures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2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veranderlijken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43F6DC-93EC-4080-4E9B-F9AD1046EA57}"/>
              </a:ext>
            </a:extLst>
          </p:cNvPr>
          <p:cNvSpPr/>
          <p:nvPr/>
        </p:nvSpPr>
        <p:spPr>
          <a:xfrm>
            <a:off x="919756" y="1851292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623FE49-2DDD-E537-92BE-D9868614F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323667"/>
              </p:ext>
            </p:extLst>
          </p:nvPr>
        </p:nvGraphicFramePr>
        <p:xfrm>
          <a:off x="1060599" y="457200"/>
          <a:ext cx="9732092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546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4CE8-9B93-2B45-4A26-7053EF02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7E305F-5372-97AB-9E25-0334BFF8A1A6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5CF2D-9927-2AB8-2EA7-9825686897E5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A185C0-2F79-8617-D055-89783026DD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5279" y="251119"/>
            <a:ext cx="2898000" cy="16578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71793F-43EC-7322-938F-21949D1CC066}"/>
              </a:ext>
            </a:extLst>
          </p:cNvPr>
          <p:cNvSpPr/>
          <p:nvPr/>
        </p:nvSpPr>
        <p:spPr>
          <a:xfrm>
            <a:off x="679668" y="1196450"/>
            <a:ext cx="10261234" cy="206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Maak een grafische voorstelling van de diameter van de pizza’s in de pizzasize dataset</a:t>
            </a:r>
          </a:p>
          <a:p>
            <a:pPr lvl="0">
              <a:lnSpc>
                <a:spcPct val="130000"/>
              </a:lnSpc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6CB8F-619E-A76E-5B31-1AE76038905F}"/>
              </a:ext>
            </a:extLst>
          </p:cNvPr>
          <p:cNvSpPr/>
          <p:nvPr/>
        </p:nvSpPr>
        <p:spPr>
          <a:xfrm>
            <a:off x="3813150" y="35863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8185E-DB47-E57C-ADAF-FE682029A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1726916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B44EE6-DBBC-5844-1DBA-929BA9BD5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1710943"/>
            <a:ext cx="4343400" cy="1422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B84F2F-D673-4C1C-6F85-5E671204B1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9489" y="4429656"/>
            <a:ext cx="4826000" cy="2445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0D2141-D5AC-96CE-02CC-19ACDAC948FE}"/>
              </a:ext>
            </a:extLst>
          </p:cNvPr>
          <p:cNvSpPr txBox="1"/>
          <p:nvPr/>
        </p:nvSpPr>
        <p:spPr>
          <a:xfrm>
            <a:off x="4094046" y="36485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plot = data + aesthetics + geometrie</a:t>
            </a:r>
          </a:p>
          <a:p>
            <a:endParaRPr lang="en-B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589D96-452E-D3AD-85AD-746C806C46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5177" y="4808935"/>
            <a:ext cx="5893025" cy="184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7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E4EF-C210-8973-8068-93DD37B3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FC85CF-B75D-0CAC-D168-F3F520554E67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613921-B26E-A049-534F-5A1101A59B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5709" y="251119"/>
            <a:ext cx="2897140" cy="16578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9E406A-D2E5-0B51-C256-5CB96B7D8D4E}"/>
              </a:ext>
            </a:extLst>
          </p:cNvPr>
          <p:cNvSpPr/>
          <p:nvPr/>
        </p:nvSpPr>
        <p:spPr>
          <a:xfrm>
            <a:off x="679668" y="1196450"/>
            <a:ext cx="10261234" cy="206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Maak een grafische voorstelling van de diameter van de pizza’s in de pizzasize dataset</a:t>
            </a:r>
          </a:p>
          <a:p>
            <a:pPr lvl="0">
              <a:lnSpc>
                <a:spcPct val="130000"/>
              </a:lnSpc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902D2-2D6C-261B-A6B7-B122CAAA3C2F}"/>
              </a:ext>
            </a:extLst>
          </p:cNvPr>
          <p:cNvSpPr/>
          <p:nvPr/>
        </p:nvSpPr>
        <p:spPr>
          <a:xfrm>
            <a:off x="3813150" y="35863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CDCA03-9AA2-D407-0214-0E33EF0888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1726916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5437D7-BEFB-1547-575D-8969A11AA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171094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8DFF87-3DDF-9E79-F5F0-D712ACA0CB36}"/>
              </a:ext>
            </a:extLst>
          </p:cNvPr>
          <p:cNvSpPr txBox="1"/>
          <p:nvPr/>
        </p:nvSpPr>
        <p:spPr>
          <a:xfrm>
            <a:off x="4094046" y="36485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plot = data + aesthetics + geometrie</a:t>
            </a:r>
          </a:p>
          <a:p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D4DA5-44B5-B711-9833-BAA809F2A2D0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170947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3370-1454-9D6E-7580-154733EC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52BB34-147E-28BD-E45F-E1EAF2838787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B845AF-FD22-3CD5-D7F9-B70FED398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6540" y="251119"/>
            <a:ext cx="2855476" cy="16578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E146F9-5EF1-CCA7-26E1-79563CD016B4}"/>
              </a:ext>
            </a:extLst>
          </p:cNvPr>
          <p:cNvSpPr/>
          <p:nvPr/>
        </p:nvSpPr>
        <p:spPr>
          <a:xfrm>
            <a:off x="679668" y="1196450"/>
            <a:ext cx="10261234" cy="206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Maak een grafische voorstelling van de diameter van de pizza’s in de pizzasize dataset</a:t>
            </a:r>
          </a:p>
          <a:p>
            <a:pPr lvl="0">
              <a:lnSpc>
                <a:spcPct val="130000"/>
              </a:lnSpc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0">
              <a:lnSpc>
                <a:spcPct val="130000"/>
              </a:lnSpc>
            </a:pPr>
            <a:endParaRPr lang="nl-BE" sz="200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noProof="0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98711-9F3F-8762-8E52-3573966B8500}"/>
              </a:ext>
            </a:extLst>
          </p:cNvPr>
          <p:cNvSpPr/>
          <p:nvPr/>
        </p:nvSpPr>
        <p:spPr>
          <a:xfrm>
            <a:off x="3813150" y="35863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54DB3-F4C1-C69E-9FBB-F87BE65318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1726916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2E987F-F2C9-8EF3-18F8-EC31C5224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1710943"/>
            <a:ext cx="4343400" cy="1422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184026-8021-15BC-460E-47593E3F38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9489" y="4428171"/>
            <a:ext cx="4826000" cy="2474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3EDF31-1001-0E40-EBCB-D34E7134FD4C}"/>
              </a:ext>
            </a:extLst>
          </p:cNvPr>
          <p:cNvSpPr txBox="1"/>
          <p:nvPr/>
        </p:nvSpPr>
        <p:spPr>
          <a:xfrm>
            <a:off x="4094046" y="36485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plot = data + aesthetics + geometrie</a:t>
            </a:r>
          </a:p>
          <a:p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748C6-CA47-76A4-3D52-D9D46AF6D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902" y="4105763"/>
            <a:ext cx="4064000" cy="2540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3BAC515-91DD-ABBF-3A63-BC7EE633799C}"/>
              </a:ext>
            </a:extLst>
          </p:cNvPr>
          <p:cNvSpPr/>
          <p:nvPr/>
        </p:nvSpPr>
        <p:spPr>
          <a:xfrm>
            <a:off x="4419599" y="4230469"/>
            <a:ext cx="1365889" cy="64633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4A8781-E73F-FB92-097A-4B969FC48DD9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204447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946196A-014F-82C2-676C-84846B2B01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17805"/>
            <a:ext cx="4838700" cy="177800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2DAFF57-EE36-00FD-0C77-164CE620D3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5102" y="843388"/>
            <a:ext cx="4508500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AF4064-C9A0-F3B4-43A9-17C6A74CFA49}"/>
              </a:ext>
            </a:extLst>
          </p:cNvPr>
          <p:cNvSpPr txBox="1"/>
          <p:nvPr/>
        </p:nvSpPr>
        <p:spPr>
          <a:xfrm>
            <a:off x="1028700" y="1083740"/>
            <a:ext cx="6096000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nl-BE" sz="18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Optimaliseren van de plots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6FB676-BCAE-0CB7-5DF1-60790B851E71}"/>
              </a:ext>
            </a:extLst>
          </p:cNvPr>
          <p:cNvSpPr/>
          <p:nvPr/>
        </p:nvSpPr>
        <p:spPr>
          <a:xfrm>
            <a:off x="780471" y="1803687"/>
            <a:ext cx="387927" cy="1406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B52271-0725-391E-A08D-54605BD497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5499" y="3614750"/>
            <a:ext cx="4851400" cy="980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0494D2-35CD-DDD7-C6EE-27936A41CB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200" y="4635494"/>
            <a:ext cx="4064000" cy="19050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3B536C68-CD7C-BE97-24B6-512A6C77F74A}"/>
              </a:ext>
            </a:extLst>
          </p:cNvPr>
          <p:cNvSpPr/>
          <p:nvPr/>
        </p:nvSpPr>
        <p:spPr>
          <a:xfrm>
            <a:off x="6769098" y="1180229"/>
            <a:ext cx="546102" cy="23249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7C506A-946A-3379-61EA-473452711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2" y="3698583"/>
            <a:ext cx="4940300" cy="406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44BE66-7CA2-DC4B-6523-4B76EBFB57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7352" y="4317994"/>
            <a:ext cx="4064000" cy="254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278645-D330-A3F8-59FB-E041179C0D7F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rgbClr val="E03C31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Voorbeeld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: 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pizzasize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132865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DFF65-E844-ED92-AC65-BE41191E6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832F20A-7665-989B-423D-DDEF9E7A1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5499" y="1144819"/>
            <a:ext cx="4851400" cy="9804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B7245C-86A3-ADC2-D462-D7FB95AA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165563"/>
            <a:ext cx="4064000" cy="190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FF50AC-4CAD-347D-E301-80451B7C3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2" y="1228652"/>
            <a:ext cx="4940300" cy="406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EA8301-6BE8-CFBF-CDA9-B83538233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352" y="1848063"/>
            <a:ext cx="4064000" cy="254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63FD0B-0AD3-5F7F-84FC-7C1E5C7BD350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rgbClr val="E03C31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Voorbeeld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: 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pizzasize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ea typeface="Roboto" panose="02000000000000000000" pitchFamily="2" charset="0"/>
              </a:rPr>
              <a:t>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53A9-8E52-05CB-40E2-4219562B91CD}"/>
              </a:ext>
            </a:extLst>
          </p:cNvPr>
          <p:cNvSpPr txBox="1"/>
          <p:nvPr/>
        </p:nvSpPr>
        <p:spPr>
          <a:xfrm>
            <a:off x="825499" y="4960883"/>
            <a:ext cx="10629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Twee voorstellingen van dezelfde gegevens: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Vertellen ze hetzelfde verhaal?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Welke zou je in dit geval verkiezen?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Tijdens exploratieve fase: opletten met conclusies!</a:t>
            </a:r>
          </a:p>
        </p:txBody>
      </p:sp>
    </p:spTree>
    <p:extLst>
      <p:ext uri="{BB962C8B-B14F-4D97-AF65-F5344CB8AC3E}">
        <p14:creationId xmlns:p14="http://schemas.microsoft.com/office/powerpoint/2010/main" val="382483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A877-AA65-247C-42A6-F3AC0948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ECFB86-DEC8-C964-15EC-E1DEFDAC0F5A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0F680E-849C-C8B6-5C58-68FD905B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7264" y="251119"/>
            <a:ext cx="2854030" cy="16578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74CCF0-28AE-F490-0560-A9C74FA9965F}"/>
              </a:ext>
            </a:extLst>
          </p:cNvPr>
          <p:cNvSpPr/>
          <p:nvPr/>
        </p:nvSpPr>
        <p:spPr>
          <a:xfrm>
            <a:off x="679668" y="1196450"/>
            <a:ext cx="10261234" cy="206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soorten toppings in de pizzasize dataset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7ADE87-1630-FCCE-A039-06725852D9CB}"/>
              </a:ext>
            </a:extLst>
          </p:cNvPr>
          <p:cNvSpPr/>
          <p:nvPr/>
        </p:nvSpPr>
        <p:spPr>
          <a:xfrm>
            <a:off x="3813150" y="35863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8917E-BC22-5AA6-6F22-765B1A5885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1726916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307BF0-F58D-C298-341C-A2106C229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171094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413F47-09D3-28F0-B829-A6E171DD869B}"/>
              </a:ext>
            </a:extLst>
          </p:cNvPr>
          <p:cNvSpPr txBox="1"/>
          <p:nvPr/>
        </p:nvSpPr>
        <p:spPr>
          <a:xfrm>
            <a:off x="4094046" y="36485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E38EA-A960-C1FE-B3A1-C0F8B7C509A9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03B4EC-BD5C-AB68-616B-DF4A7800C1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97057" y="4553093"/>
            <a:ext cx="4680585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8DDC08-4647-2F60-8691-C794725896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04100" y="3776335"/>
            <a:ext cx="4093992" cy="2877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2C83CC-3A1A-3AC9-25AE-27E20B540D00}"/>
              </a:ext>
            </a:extLst>
          </p:cNvPr>
          <p:cNvSpPr txBox="1"/>
          <p:nvPr/>
        </p:nvSpPr>
        <p:spPr>
          <a:xfrm>
            <a:off x="525517" y="5307724"/>
            <a:ext cx="6263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Hoeveel soorten toppings zijn er?</a:t>
            </a:r>
          </a:p>
          <a:p>
            <a:endParaRPr lang="en-BE" dirty="0"/>
          </a:p>
          <a:p>
            <a:r>
              <a:rPr lang="en-BE" dirty="0"/>
              <a:t>Data cleaning is geen uitzondering!</a:t>
            </a:r>
          </a:p>
        </p:txBody>
      </p:sp>
    </p:spTree>
    <p:extLst>
      <p:ext uri="{BB962C8B-B14F-4D97-AF65-F5344CB8AC3E}">
        <p14:creationId xmlns:p14="http://schemas.microsoft.com/office/powerpoint/2010/main" val="403643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B7857-0B1A-3245-68F9-B8DD806F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94D2BC-B4C4-D4D2-A6A3-7BC5DC406F8C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70B016-35D6-460A-8348-ACD90ED3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7264" y="267086"/>
            <a:ext cx="2854030" cy="16258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0C5256-0166-292B-753F-E2090A8F2E53}"/>
              </a:ext>
            </a:extLst>
          </p:cNvPr>
          <p:cNvSpPr/>
          <p:nvPr/>
        </p:nvSpPr>
        <p:spPr>
          <a:xfrm>
            <a:off x="679668" y="1196450"/>
            <a:ext cx="10261234" cy="406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soorten toppings in de pizzasize dataset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Eerst manueel de aantallen toevoegen (vooral nuttig alternatief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wanneer er veel categoriën zijn)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684F3-A553-6C07-1B80-5253B4A12B90}"/>
              </a:ext>
            </a:extLst>
          </p:cNvPr>
          <p:cNvSpPr/>
          <p:nvPr/>
        </p:nvSpPr>
        <p:spPr>
          <a:xfrm>
            <a:off x="3813150" y="35863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E181D-035B-F480-2376-90F4BC7E74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1726916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304032-F9AE-14A9-FEA7-C46B159A0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171094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19201F-F214-9173-3829-4A477BBC2F98}"/>
              </a:ext>
            </a:extLst>
          </p:cNvPr>
          <p:cNvSpPr txBox="1"/>
          <p:nvPr/>
        </p:nvSpPr>
        <p:spPr>
          <a:xfrm>
            <a:off x="4094046" y="36485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456FC-27B3-4646-50B5-A14FD229C3B0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0A4439-4F86-0A36-ACD7-4991E9139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16" y="5365655"/>
            <a:ext cx="6032500" cy="406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BBB587-2B5F-FF60-FA78-76242A550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5316" y="4121215"/>
            <a:ext cx="3540782" cy="24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9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94FB-C84C-CBBC-143C-9EEFE412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D7FAA8-58F1-4960-0FD1-35E964090F1B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0292A-E153-DFC1-9AED-5355EE4DFADB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79421C-B400-3CB3-9879-812C6141AE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56558" y="446138"/>
            <a:ext cx="2935442" cy="12677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C941B8-DB4B-FB90-6DC1-2A046CA30C5F}"/>
              </a:ext>
            </a:extLst>
          </p:cNvPr>
          <p:cNvSpPr/>
          <p:nvPr/>
        </p:nvSpPr>
        <p:spPr>
          <a:xfrm>
            <a:off x="167051" y="1196450"/>
            <a:ext cx="102612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diameter van de pizza’s in de pizzasize dataset,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een opsplitsing maakt per winkel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DF9EFF-4390-7A6A-D700-C6082B5ED24C}"/>
              </a:ext>
            </a:extLst>
          </p:cNvPr>
          <p:cNvSpPr/>
          <p:nvPr/>
        </p:nvSpPr>
        <p:spPr>
          <a:xfrm>
            <a:off x="3813150" y="38911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EAC4ED-5D66-77CF-7CDB-498515B62A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2835282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D580F5-D8BA-690F-39D4-CE35ED5E0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2278983"/>
            <a:ext cx="4343400" cy="1422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0B2BC5-C408-320E-8547-7865844FDD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9489" y="4766000"/>
            <a:ext cx="4826000" cy="1814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C66CDB-6C93-BE16-665D-B7EB70946D3C}"/>
              </a:ext>
            </a:extLst>
          </p:cNvPr>
          <p:cNvSpPr txBox="1"/>
          <p:nvPr/>
        </p:nvSpPr>
        <p:spPr>
          <a:xfrm>
            <a:off x="4094046" y="39533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58C78D-E978-44FE-D872-0B9F6D4A90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4519" y="4947428"/>
            <a:ext cx="3928682" cy="184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4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2144-EF7E-45BE-D5C7-ECE283D3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7769E8-06A3-388F-91A5-A258D2F840DA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F81623-0CA0-358B-993E-DCCF594CD736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A543DC-418B-891A-3363-B5527956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2540" y="431694"/>
            <a:ext cx="2903478" cy="12966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CF2AC5-D380-37FF-5EAB-805B9151D09F}"/>
              </a:ext>
            </a:extLst>
          </p:cNvPr>
          <p:cNvSpPr/>
          <p:nvPr/>
        </p:nvSpPr>
        <p:spPr>
          <a:xfrm>
            <a:off x="167051" y="1196450"/>
            <a:ext cx="102612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diameter van de pizza’s in de pizzasize dataset,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een opsplitsing maakt per winkel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6CD210-A9D9-D1B0-339C-82A15ECBD34F}"/>
              </a:ext>
            </a:extLst>
          </p:cNvPr>
          <p:cNvSpPr/>
          <p:nvPr/>
        </p:nvSpPr>
        <p:spPr>
          <a:xfrm>
            <a:off x="3813150" y="38911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5E6051-A65E-DA19-5FF4-2C385BCDB8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2835282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352532-406C-8E29-573B-BACE33449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227898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CDEDEE-4142-A23F-FC22-9C5FC00CF7E3}"/>
              </a:ext>
            </a:extLst>
          </p:cNvPr>
          <p:cNvSpPr txBox="1"/>
          <p:nvPr/>
        </p:nvSpPr>
        <p:spPr>
          <a:xfrm>
            <a:off x="4094046" y="39533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A94BC5-B152-00D1-7615-7F91BDCE2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275" y="4598726"/>
            <a:ext cx="5867400" cy="469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F21F53-5874-C0A6-A7F2-8E92ED0D8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689" y="3480396"/>
            <a:ext cx="3944679" cy="32735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F5EA548-885C-9F8F-AE6C-499BB5792304}"/>
              </a:ext>
            </a:extLst>
          </p:cNvPr>
          <p:cNvSpPr/>
          <p:nvPr/>
        </p:nvSpPr>
        <p:spPr>
          <a:xfrm>
            <a:off x="387928" y="5319033"/>
            <a:ext cx="6400650" cy="1248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BE" dirty="0"/>
              <a:t>R gaat standaard de bins stapelen (stacking); dit geeft een vertekend beeld en kunnen we oplossen door ‘position=“identity”’ toe te voegen en de plots doorzichtbaar te maken OF via ‘position=“dodge”’ toe te voegen </a:t>
            </a:r>
          </a:p>
        </p:txBody>
      </p:sp>
    </p:spTree>
    <p:extLst>
      <p:ext uri="{BB962C8B-B14F-4D97-AF65-F5344CB8AC3E}">
        <p14:creationId xmlns:p14="http://schemas.microsoft.com/office/powerpoint/2010/main" val="125414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1633-E32C-BD32-5EA7-ABF55936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DE936D-238E-3643-60B2-63CBD92AEFB0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BBCAD9-B85B-8AAC-0858-D62A4DC2B5FD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1BC337-5F55-9F21-3723-6560257F1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2540" y="431694"/>
            <a:ext cx="2903478" cy="12966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1C057-9626-70BE-1441-AE6FFE61AFD8}"/>
              </a:ext>
            </a:extLst>
          </p:cNvPr>
          <p:cNvSpPr/>
          <p:nvPr/>
        </p:nvSpPr>
        <p:spPr>
          <a:xfrm>
            <a:off x="167051" y="1196450"/>
            <a:ext cx="102612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diameter van de pizza’s in de pizzasize dataset,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een opsplitsing maakt per winkel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A4C3B4-18A4-63F1-773F-617D3ECE2E80}"/>
              </a:ext>
            </a:extLst>
          </p:cNvPr>
          <p:cNvSpPr/>
          <p:nvPr/>
        </p:nvSpPr>
        <p:spPr>
          <a:xfrm>
            <a:off x="3813150" y="38911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C66517-D6F3-D962-96B9-4C6E42854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2835282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E18663-FF11-5246-E2A6-C17076C9E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227898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D8E0C0-FBA7-0668-5262-3358C7F184ED}"/>
              </a:ext>
            </a:extLst>
          </p:cNvPr>
          <p:cNvSpPr txBox="1"/>
          <p:nvPr/>
        </p:nvSpPr>
        <p:spPr>
          <a:xfrm>
            <a:off x="4094046" y="39533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244142-1EDC-B432-EC9E-F8BD904CA0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2282" y="4598725"/>
            <a:ext cx="5284386" cy="473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6EB49F-4884-0961-F5B7-699FDBAAC1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32689" y="3884480"/>
            <a:ext cx="3944679" cy="246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6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CE59-6289-F00B-33BD-67964C37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34A701-4652-3630-7C10-75F4D0B19B84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E1B0E3-50F2-2A82-303F-AE518FB3302D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97DDD3-D25F-0C8B-6327-879DB69A41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2540" y="431694"/>
            <a:ext cx="2903478" cy="12966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5347C9-4699-C8E9-7E33-E66A6F57F591}"/>
              </a:ext>
            </a:extLst>
          </p:cNvPr>
          <p:cNvSpPr/>
          <p:nvPr/>
        </p:nvSpPr>
        <p:spPr>
          <a:xfrm>
            <a:off x="167051" y="1196450"/>
            <a:ext cx="102612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diameter van de pizza’s in de pizzasize dataset,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een opsplitsing maakt per winkel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989EC-415B-E019-F8FE-DABEFD449E5F}"/>
              </a:ext>
            </a:extLst>
          </p:cNvPr>
          <p:cNvSpPr/>
          <p:nvPr/>
        </p:nvSpPr>
        <p:spPr>
          <a:xfrm>
            <a:off x="3813150" y="38911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91C8C7-5244-CB22-6430-05DF469100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2835282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612054-7787-1294-09BC-6F5BBCC59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227898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3A6206-04B9-0ECC-475D-94A09AA0F818}"/>
              </a:ext>
            </a:extLst>
          </p:cNvPr>
          <p:cNvSpPr txBox="1"/>
          <p:nvPr/>
        </p:nvSpPr>
        <p:spPr>
          <a:xfrm>
            <a:off x="4094046" y="39533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377AF6-4399-7CE0-6875-CC76675DC2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2282" y="4643534"/>
            <a:ext cx="5284386" cy="384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26E07B-E067-5B0B-2DC9-9F8AD92121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32689" y="3884480"/>
            <a:ext cx="3944678" cy="246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9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FED2-DAF9-C415-7862-9480F170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4ABCE1-937E-72A8-B079-BECE745BB840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3B06F-357B-4648-176E-0CA5435D9B67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EA2611-AD40-282B-A189-6ACBF1F11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80623" y="414872"/>
            <a:ext cx="2887312" cy="13303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B73091-AAB0-30DD-5C89-CE991B0951F5}"/>
              </a:ext>
            </a:extLst>
          </p:cNvPr>
          <p:cNvSpPr/>
          <p:nvPr/>
        </p:nvSpPr>
        <p:spPr>
          <a:xfrm>
            <a:off x="167051" y="1196450"/>
            <a:ext cx="102612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toppings van de pizza’s in de pizzasize dataset,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een opsplitsing maakt per winkel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B460DD-888E-FBD1-DA3E-6205DF7A2C99}"/>
              </a:ext>
            </a:extLst>
          </p:cNvPr>
          <p:cNvSpPr/>
          <p:nvPr/>
        </p:nvSpPr>
        <p:spPr>
          <a:xfrm>
            <a:off x="3813150" y="38911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2E223-EEC5-4A6C-9574-97AA789458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2835282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234BA-C0D6-D366-53EC-C08BF9F9B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227898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E5CA2E-6234-F327-6657-8C0804630A0D}"/>
              </a:ext>
            </a:extLst>
          </p:cNvPr>
          <p:cNvSpPr txBox="1"/>
          <p:nvPr/>
        </p:nvSpPr>
        <p:spPr>
          <a:xfrm>
            <a:off x="4094046" y="39533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6D2B44-1503-84E6-4988-986E32BAD9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2282" y="4742072"/>
            <a:ext cx="5284386" cy="187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1C468A-7600-20F8-DFC2-F215905D25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1321" y="3884480"/>
            <a:ext cx="3507414" cy="24654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0BB858-E626-22C5-7EC4-A27030552DA2}"/>
              </a:ext>
            </a:extLst>
          </p:cNvPr>
          <p:cNvSpPr txBox="1"/>
          <p:nvPr/>
        </p:nvSpPr>
        <p:spPr>
          <a:xfrm>
            <a:off x="451945" y="5475890"/>
            <a:ext cx="6232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Kans is groot dat </a:t>
            </a:r>
            <a:r>
              <a:rPr lang="en-BE"/>
              <a:t>“SuperSupremo</a:t>
            </a:r>
            <a:r>
              <a:rPr lang="en-BE" dirty="0"/>
              <a:t>” en “Supreme” dezelfde toppings zijn</a:t>
            </a:r>
          </a:p>
          <a:p>
            <a:r>
              <a:rPr lang="en-BE" dirty="0"/>
              <a:t> </a:t>
            </a:r>
            <a:r>
              <a:rPr lang="en-BE" dirty="0">
                <a:sym typeface="Wingdings" pitchFamily="2" charset="2"/>
              </a:rPr>
              <a:t> verder onderzoeken en data opschonen noodzakelijk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0216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E610-31FE-4BDE-6745-F27F42B9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B2853B-AC17-52FE-337B-AB70F35838E9}"/>
              </a:ext>
            </a:extLst>
          </p:cNvPr>
          <p:cNvSpPr txBox="1"/>
          <p:nvPr/>
        </p:nvSpPr>
        <p:spPr>
          <a:xfrm>
            <a:off x="1028700" y="701748"/>
            <a:ext cx="1846980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Voorbeeld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: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pizzasize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98F07-E04F-9FAB-14F8-CA66B8518044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86A665-A484-CDFA-36B4-F341D53EDB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80623" y="424776"/>
            <a:ext cx="2887312" cy="13104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75D337-FC6B-94FE-68C7-8CC0C907FDFA}"/>
              </a:ext>
            </a:extLst>
          </p:cNvPr>
          <p:cNvSpPr/>
          <p:nvPr/>
        </p:nvSpPr>
        <p:spPr>
          <a:xfrm>
            <a:off x="167051" y="1196450"/>
            <a:ext cx="10261234" cy="246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grafische voorstelling van de toppings van de pizza’s in de pizzasize dataset,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een opsplitsing maakt per winkel 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8F494-4116-1EBE-8FED-A486D29295F8}"/>
              </a:ext>
            </a:extLst>
          </p:cNvPr>
          <p:cNvSpPr/>
          <p:nvPr/>
        </p:nvSpPr>
        <p:spPr>
          <a:xfrm>
            <a:off x="3813150" y="3891119"/>
            <a:ext cx="394467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E99D5B-65CC-3B35-9D8B-93DADF843B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994"/>
          <a:stretch>
            <a:fillRect/>
          </a:stretch>
        </p:blipFill>
        <p:spPr>
          <a:xfrm>
            <a:off x="698275" y="2835282"/>
            <a:ext cx="4686300" cy="291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893B81-FC89-A092-3EEA-A597AF3B6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177" y="2278983"/>
            <a:ext cx="4343400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6E033B-B514-33F1-ABA2-20FCB6B1D8E7}"/>
              </a:ext>
            </a:extLst>
          </p:cNvPr>
          <p:cNvSpPr txBox="1"/>
          <p:nvPr/>
        </p:nvSpPr>
        <p:spPr>
          <a:xfrm>
            <a:off x="4094046" y="3953363"/>
            <a:ext cx="728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plot = data + aesthetics + geometrie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DDBF9-2FD4-CD1C-96AB-7C69B7388C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75982" y="4742072"/>
            <a:ext cx="4956985" cy="187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771AA4-93A3-00CF-56EF-DE7FBDECC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1321" y="3884480"/>
            <a:ext cx="3507414" cy="24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6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58B3-AD86-9417-E480-A68B30B3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55D4A1-7711-EF48-17A7-0B0455AE9F91}"/>
              </a:ext>
            </a:extLst>
          </p:cNvPr>
          <p:cNvSpPr txBox="1"/>
          <p:nvPr/>
        </p:nvSpPr>
        <p:spPr>
          <a:xfrm>
            <a:off x="1028700" y="701748"/>
            <a:ext cx="880369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Opdrachten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CD827-869B-EEBC-1F00-E4F2A87DC3CE}"/>
              </a:ext>
            </a:extLst>
          </p:cNvPr>
          <p:cNvSpPr/>
          <p:nvPr/>
        </p:nvSpPr>
        <p:spPr>
          <a:xfrm>
            <a:off x="679668" y="1866704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3FC47-D04C-19C6-14FF-60A2EAEF9E6F}"/>
              </a:ext>
            </a:extLst>
          </p:cNvPr>
          <p:cNvSpPr/>
          <p:nvPr/>
        </p:nvSpPr>
        <p:spPr>
          <a:xfrm>
            <a:off x="167051" y="1196450"/>
            <a:ext cx="10261234" cy="6461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Onderzoek de variabele “CrustDescription”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Maak een gepaste grafische voorstelling,</a:t>
            </a: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 </a:t>
            </a: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waarbij je al dan niet een opsplitsing maakt per winkel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Gebruikt elke winkel dezelfde benamingen?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lvl="1">
              <a:lnSpc>
                <a:spcPct val="130000"/>
              </a:lnSpc>
              <a:defRPr/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l-B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Roboto Condensed Light" panose="02000000000000000000" pitchFamily="2" charset="0"/>
                <a:cs typeface="+mn-cs"/>
              </a:rPr>
              <a:t>Onderzoek of de diameters van de pizza’s afhangen van de topping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Maak een gepaste grafische voorstelling, waarbij je eerst de winkel negeert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nl-BE" sz="2000" b="1" dirty="0">
                <a:solidFill>
                  <a:srgbClr val="000000">
                    <a:lumMod val="50000"/>
                  </a:srgbClr>
                </a:solidFill>
                <a:latin typeface="Calibri Light" panose="020F0302020204030204" pitchFamily="34" charset="0"/>
                <a:ea typeface="Roboto Condensed Light" panose="02000000000000000000" pitchFamily="2" charset="0"/>
              </a:rPr>
              <a:t>Maak een gepaste grafische voorstelling, waarbij je ook de winkel includeert</a:t>
            </a:r>
          </a:p>
          <a:p>
            <a:pPr lvl="1">
              <a:lnSpc>
                <a:spcPct val="130000"/>
              </a:lnSpc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sz="2000" b="1" dirty="0">
              <a:solidFill>
                <a:srgbClr val="000000">
                  <a:lumMod val="50000"/>
                </a:srgbClr>
              </a:solidFill>
              <a:latin typeface="Calibri Light" panose="020F0302020204030204" pitchFamily="34" charset="0"/>
              <a:ea typeface="Roboto Condensed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8690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6687-F335-2A9E-C3B3-B5879ED1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F79426-CB4C-9C50-C9CA-49F342B734F0}"/>
              </a:ext>
            </a:extLst>
          </p:cNvPr>
          <p:cNvSpPr txBox="1"/>
          <p:nvPr/>
        </p:nvSpPr>
        <p:spPr>
          <a:xfrm>
            <a:off x="2304661" y="3235003"/>
            <a:ext cx="6851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Toetsen van hypothesen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FC2D0-1DF7-9EFB-E17A-011AC9643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256775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006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"/>
          <p:cNvSpPr txBox="1"/>
          <p:nvPr/>
        </p:nvSpPr>
        <p:spPr>
          <a:xfrm>
            <a:off x="1028700" y="701748"/>
            <a:ext cx="655949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i="0" u="none" strike="noStrike" cap="none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Inhoud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"/>
          <p:cNvSpPr txBox="1"/>
          <p:nvPr/>
        </p:nvSpPr>
        <p:spPr>
          <a:xfrm>
            <a:off x="919756" y="1103293"/>
            <a:ext cx="38681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i="0" u="none" strike="noStrike" cap="none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Overzicht 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919756" y="1851292"/>
            <a:ext cx="10211645" cy="191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Verklarende statistiek</a:t>
            </a:r>
          </a:p>
          <a:p>
            <a:pPr marL="171450" marR="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Opbouw betrouwbaarheidsintervallen</a:t>
            </a:r>
          </a:p>
          <a:p>
            <a:pPr marL="171450" marR="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Opbouw hypothesetoetsen</a:t>
            </a:r>
            <a:endParaRPr lang="nl-BE" sz="2000" b="0" i="0" u="none" strike="noStrike" cap="none" noProof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nl-BE" sz="2000" b="0" i="0" u="none" strike="noStrike" cap="none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600" b="0" i="0" u="none" strike="noStrike" cap="none" noProof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nl-BE" sz="1100" b="0" i="0" u="none" strike="noStrike" cap="none" noProof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a50a4f78e_1_0"/>
          <p:cNvSpPr txBox="1"/>
          <p:nvPr/>
        </p:nvSpPr>
        <p:spPr>
          <a:xfrm>
            <a:off x="1028700" y="701750"/>
            <a:ext cx="1473340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Verklarende statistiek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ca50a4f78e_1_0"/>
          <p:cNvSpPr txBox="1"/>
          <p:nvPr/>
        </p:nvSpPr>
        <p:spPr>
          <a:xfrm>
            <a:off x="919748" y="1103300"/>
            <a:ext cx="503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Zeldzame gebeurtenissen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ca50a4f78e_1_0"/>
          <p:cNvSpPr/>
          <p:nvPr/>
        </p:nvSpPr>
        <p:spPr>
          <a:xfrm>
            <a:off x="919750" y="1851325"/>
            <a:ext cx="67596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“I never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measure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my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pizza but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seemed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smaller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than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usual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Verwachte of onverwachte (extreme) gebeurtenis? </a:t>
            </a:r>
          </a:p>
          <a:p>
            <a:pPr marL="457200" marR="0" lvl="0" indent="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b="1" noProof="0" dirty="0">
                <a:latin typeface="Calibri"/>
                <a:ea typeface="Calibri"/>
                <a:cs typeface="Calibri"/>
                <a:sym typeface="Calibri"/>
              </a:rPr>
              <a:t>5% criterium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1800" noProof="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Indien de kans hoogstens 5% is dat je, binnen de context van de studie, een uitkomst ziet, dan is zulke uitkomst uitzonderlijk.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Extreme gebieden: rechter- of </a:t>
            </a: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linkerstaarten</a:t>
            </a: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g3ca50a4f78e_1_0"/>
          <p:cNvPicPr preferRelativeResize="0"/>
          <p:nvPr/>
        </p:nvPicPr>
        <p:blipFill rotWithShape="1">
          <a:blip r:embed="rId3">
            <a:alphaModFix/>
          </a:blip>
          <a:srcRect l="13912" r="18520"/>
          <a:stretch/>
        </p:blipFill>
        <p:spPr>
          <a:xfrm>
            <a:off x="7965737" y="185375"/>
            <a:ext cx="3852325" cy="32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ca50a4f78e_1_0"/>
          <p:cNvSpPr/>
          <p:nvPr/>
        </p:nvSpPr>
        <p:spPr>
          <a:xfrm>
            <a:off x="1456275" y="3128055"/>
            <a:ext cx="366900" cy="324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pic>
        <p:nvPicPr>
          <p:cNvPr id="338" name="Google Shape;338;g3ca50a4f78e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9350" y="3544800"/>
            <a:ext cx="4202964" cy="316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d114cf16c2_0_416"/>
          <p:cNvSpPr txBox="1"/>
          <p:nvPr/>
        </p:nvSpPr>
        <p:spPr>
          <a:xfrm>
            <a:off x="1028700" y="701750"/>
            <a:ext cx="15021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Verklarende statistiek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g3d114cf16c2_0_416"/>
          <p:cNvSpPr txBox="1"/>
          <p:nvPr/>
        </p:nvSpPr>
        <p:spPr>
          <a:xfrm>
            <a:off x="919747" y="1103300"/>
            <a:ext cx="9158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Betrouwbaarheidsintervallen en hypothesetoetsen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g3d114cf16c2_0_416"/>
          <p:cNvSpPr/>
          <p:nvPr/>
        </p:nvSpPr>
        <p:spPr>
          <a:xfrm>
            <a:off x="919751" y="1851325"/>
            <a:ext cx="108570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19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de verklarende (of inferentiële) statistiek doe je, op basis van steekproefresultaten, een uitspraak over een populatieparameter.</a:t>
            </a:r>
            <a:endParaRPr/>
          </a:p>
          <a:p>
            <a:pPr marL="457200" marR="0" lvl="3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3" indent="-419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Bij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betrouwbaarheidsintervallen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gebruik je een steekproef om een betrouwbaarheidsinterval op te stellen voor een ongekende populatieparameter.</a:t>
            </a:r>
            <a:endParaRPr/>
          </a:p>
          <a:p>
            <a:pPr marL="457200" marR="0" lvl="3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3" indent="-419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Bij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hypothesetoetsen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worden beweringen gemaakt over een populatieparameter. Om die beweringen te beoordelen worden steekproefresultaten gebruikt.</a:t>
            </a:r>
            <a:endParaRPr/>
          </a:p>
        </p:txBody>
      </p:sp>
      <p:grpSp>
        <p:nvGrpSpPr>
          <p:cNvPr id="1234" name="Google Shape;1234;g3d114cf16c2_0_416"/>
          <p:cNvGrpSpPr/>
          <p:nvPr/>
        </p:nvGrpSpPr>
        <p:grpSpPr>
          <a:xfrm>
            <a:off x="2530648" y="4370094"/>
            <a:ext cx="7635206" cy="2396533"/>
            <a:chOff x="3056332" y="4461468"/>
            <a:chExt cx="7635206" cy="2396533"/>
          </a:xfrm>
        </p:grpSpPr>
        <p:sp>
          <p:nvSpPr>
            <p:cNvPr id="1235" name="Google Shape;1235;g3d114cf16c2_0_416"/>
            <p:cNvSpPr txBox="1"/>
            <p:nvPr/>
          </p:nvSpPr>
          <p:spPr>
            <a:xfrm>
              <a:off x="3056332" y="5327450"/>
              <a:ext cx="117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Populatie</a:t>
              </a:r>
              <a:endParaRPr/>
            </a:p>
          </p:txBody>
        </p:sp>
        <p:pic>
          <p:nvPicPr>
            <p:cNvPr id="1236" name="Google Shape;1236;g3d114cf16c2_0_416"/>
            <p:cNvPicPr preferRelativeResize="0"/>
            <p:nvPr/>
          </p:nvPicPr>
          <p:blipFill rotWithShape="1">
            <a:blip r:embed="rId3">
              <a:alphaModFix/>
            </a:blip>
            <a:srcRect t="14894" b="4597"/>
            <a:stretch/>
          </p:blipFill>
          <p:spPr>
            <a:xfrm>
              <a:off x="4256370" y="4597121"/>
              <a:ext cx="5105869" cy="2260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g3d114cf16c2_0_416"/>
            <p:cNvSpPr txBox="1"/>
            <p:nvPr/>
          </p:nvSpPr>
          <p:spPr>
            <a:xfrm>
              <a:off x="9362238" y="5327450"/>
              <a:ext cx="1329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Steekproef</a:t>
              </a:r>
              <a:endParaRPr/>
            </a:p>
          </p:txBody>
        </p:sp>
        <p:sp>
          <p:nvSpPr>
            <p:cNvPr id="1238" name="Google Shape;1238;g3d114cf16c2_0_416"/>
            <p:cNvSpPr txBox="1"/>
            <p:nvPr/>
          </p:nvSpPr>
          <p:spPr>
            <a:xfrm>
              <a:off x="8078875" y="4461468"/>
              <a:ext cx="964500" cy="307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3d114cf16c2_0_416"/>
            <p:cNvSpPr/>
            <p:nvPr/>
          </p:nvSpPr>
          <p:spPr>
            <a:xfrm rot="-718386" flipH="1">
              <a:off x="6504509" y="5992625"/>
              <a:ext cx="2348491" cy="522546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25400" cap="flat" cmpd="sng">
              <a:solidFill>
                <a:srgbClr val="7618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3d114cf16c2_0_416"/>
            <p:cNvSpPr txBox="1"/>
            <p:nvPr/>
          </p:nvSpPr>
          <p:spPr>
            <a:xfrm>
              <a:off x="8217121" y="6310250"/>
              <a:ext cx="247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B1241A"/>
                  </a:solidFill>
                  <a:latin typeface="Calibri"/>
                  <a:ea typeface="Calibri"/>
                  <a:cs typeface="Calibri"/>
                  <a:sym typeface="Calibri"/>
                </a:rPr>
                <a:t>Verklarende statistiek</a:t>
              </a:r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C7103043-851E-1F03-E0B4-EB7A2631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a50a4f78e_1_58">
            <a:extLst>
              <a:ext uri="{FF2B5EF4-FFF2-40B4-BE49-F238E27FC236}">
                <a16:creationId xmlns:a16="http://schemas.microsoft.com/office/drawing/2014/main" id="{1CAAA44D-0879-D0C9-C545-72056210A672}"/>
              </a:ext>
            </a:extLst>
          </p:cNvPr>
          <p:cNvSpPr txBox="1"/>
          <p:nvPr/>
        </p:nvSpPr>
        <p:spPr>
          <a:xfrm>
            <a:off x="1028699" y="701750"/>
            <a:ext cx="243798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Opbouw betrouwbaarheidsintervallen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ca50a4f78e_1_58">
            <a:extLst>
              <a:ext uri="{FF2B5EF4-FFF2-40B4-BE49-F238E27FC236}">
                <a16:creationId xmlns:a16="http://schemas.microsoft.com/office/drawing/2014/main" id="{05748A79-6F94-6A9F-F4CF-48F0EE9B8107}"/>
              </a:ext>
            </a:extLst>
          </p:cNvPr>
          <p:cNvSpPr txBox="1"/>
          <p:nvPr/>
        </p:nvSpPr>
        <p:spPr>
          <a:xfrm>
            <a:off x="919748" y="1103300"/>
            <a:ext cx="517625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Betrouwbaarheidsintervallen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Google Shape;346;g3ca50a4f78e_1_58">
                <a:extLst>
                  <a:ext uri="{FF2B5EF4-FFF2-40B4-BE49-F238E27FC236}">
                    <a16:creationId xmlns:a16="http://schemas.microsoft.com/office/drawing/2014/main" id="{8B41F721-CE6D-5EC4-668C-480F5D5DBE51}"/>
                  </a:ext>
                </a:extLst>
              </p:cNvPr>
              <p:cNvSpPr/>
              <p:nvPr/>
            </p:nvSpPr>
            <p:spPr>
              <a:xfrm>
                <a:off x="919750" y="1851325"/>
                <a:ext cx="10541400" cy="44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Interval rond steekproefschatter: ± foutenmarge</a:t>
                </a: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endParaRPr lang="nl-BE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Foutenmarge afhankelijk van 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De verdeling horende bij het model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Standaarderror van de steekproefschatter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indent="-355600">
                  <a:lnSpc>
                    <a:spcPct val="115000"/>
                  </a:lnSpc>
                  <a:buSzPts val="2000"/>
                  <a:buFont typeface="Calibri"/>
                  <a:buChar char="●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Gemiddelde: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accPr>
                      <m:e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𝑋</m:t>
                        </m:r>
                      </m:e>
                    </m:acc>
                    <m:r>
                      <a:rPr lang="nl-B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±</m:t>
                    </m:r>
                    <m:sSub>
                      <m:sSubPr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𝑡</m:t>
                        </m:r>
                      </m:e>
                      <m:sub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𝑛</m:t>
                        </m:r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−1,</m:t>
                        </m:r>
                        <m:f>
                          <m:fPr>
                            <m:ctrlPr>
                              <a:rPr lang="nl-B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</m:ctrlPr>
                          </m:fPr>
                          <m:num>
                            <m:r>
                              <a:rPr lang="nl-B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𝛼</m:t>
                            </m:r>
                          </m:num>
                          <m:den>
                            <m:r>
                              <a:rPr lang="nl-B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nl-B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∙</m:t>
                    </m:r>
                    <m:f>
                      <m:fPr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fPr>
                      <m:num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B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</m:ctrlPr>
                          </m:radPr>
                          <m:deg/>
                          <m:e>
                            <m:r>
                              <a:rPr lang="nl-B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indent="-355600">
                  <a:lnSpc>
                    <a:spcPct val="115000"/>
                  </a:lnSpc>
                  <a:buSzPts val="2000"/>
                  <a:buFont typeface="Calibri"/>
                  <a:buChar char="●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indent="-355600">
                  <a:lnSpc>
                    <a:spcPct val="115000"/>
                  </a:lnSpc>
                  <a:buSzPts val="2000"/>
                  <a:buFont typeface="Calibri"/>
                  <a:buChar char="●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Proportie: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accPr>
                      <m:e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𝑝</m:t>
                        </m:r>
                      </m:e>
                    </m:acc>
                    <m:r>
                      <a:rPr lang="nl-B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±</m:t>
                    </m:r>
                    <m:sSub>
                      <m:sSubPr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𝑧</m:t>
                        </m:r>
                      </m:e>
                      <m:sub>
                        <m:f>
                          <m:fPr>
                            <m:ctrlPr>
                              <a:rPr lang="nl-B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</m:ctrlPr>
                          </m:fPr>
                          <m:num>
                            <m:r>
                              <a:rPr lang="nl-B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𝛼</m:t>
                            </m:r>
                          </m:num>
                          <m:den>
                            <m:r>
                              <a:rPr lang="nl-B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nl-B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nl-B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nl-B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</m:ctrlPr>
                              </m:accPr>
                              <m:e>
                                <m:r>
                                  <a:rPr lang="nl-B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nl-B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nl-B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</m:ctrlPr>
                              </m:dPr>
                              <m:e>
                                <m:r>
                                  <a:rPr lang="nl-B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  <a:sym typeface="Calibri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nl-B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  <a:sym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  <a:sym typeface="Calibri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nl-B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  <a:sym typeface="Calibri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1" indent="-355600">
                  <a:lnSpc>
                    <a:spcPct val="115000"/>
                  </a:lnSpc>
                  <a:buSzPts val="2000"/>
                  <a:buFont typeface="Calibri"/>
                  <a:buChar char="●"/>
                </a:pPr>
                <a:endParaRPr lang="nl-BE" sz="20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46" name="Google Shape;346;g3ca50a4f78e_1_58">
                <a:extLst>
                  <a:ext uri="{FF2B5EF4-FFF2-40B4-BE49-F238E27FC236}">
                    <a16:creationId xmlns:a16="http://schemas.microsoft.com/office/drawing/2014/main" id="{8B41F721-CE6D-5EC4-668C-480F5D5DBE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851325"/>
                <a:ext cx="10541400" cy="4490100"/>
              </a:xfrm>
              <a:prstGeom prst="rect">
                <a:avLst/>
              </a:prstGeom>
              <a:blipFill>
                <a:blip r:embed="rId3"/>
                <a:stretch>
                  <a:fillRect t="-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Afbeelding 2">
            <a:extLst>
              <a:ext uri="{FF2B5EF4-FFF2-40B4-BE49-F238E27FC236}">
                <a16:creationId xmlns:a16="http://schemas.microsoft.com/office/drawing/2014/main" id="{5AB3990B-7D21-C945-D442-84DD02338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994" y="2155777"/>
            <a:ext cx="5609108" cy="4185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1603AD10-4C3F-9948-EE2D-259F4FD7E0D3}"/>
                  </a:ext>
                </a:extLst>
              </p:cNvPr>
              <p:cNvSpPr txBox="1"/>
              <p:nvPr/>
            </p:nvSpPr>
            <p:spPr>
              <a:xfrm>
                <a:off x="10221686" y="3841164"/>
                <a:ext cx="308986" cy="404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a:rPr lang="nl-BE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ctrlPr>
                                <a:rPr lang="nl-BE" sz="1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</m:ctrlPr>
                            </m:fPr>
                            <m:num>
                              <m:r>
                                <a:rPr lang="nl-BE" sz="1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nl-BE" sz="1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  <a:sym typeface="Calibri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1603AD10-4C3F-9948-EE2D-259F4FD7E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686" y="3841164"/>
                <a:ext cx="308986" cy="4040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CF3551FA-6BFB-F143-E24C-92B8CE4755E0}"/>
              </a:ext>
            </a:extLst>
          </p:cNvPr>
          <p:cNvCxnSpPr>
            <a:cxnSpLocks/>
          </p:cNvCxnSpPr>
          <p:nvPr/>
        </p:nvCxnSpPr>
        <p:spPr>
          <a:xfrm flipV="1">
            <a:off x="10044586" y="4245249"/>
            <a:ext cx="331593" cy="77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2308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a50a4f78e_1_58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Opbouw hypothesetoetsen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ca50a4f78e_1_58"/>
          <p:cNvSpPr txBox="1"/>
          <p:nvPr/>
        </p:nvSpPr>
        <p:spPr>
          <a:xfrm>
            <a:off x="919748" y="1103300"/>
            <a:ext cx="503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Hypothesen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ca50a4f78e_1_58"/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Een bewering over een populatie(parameter) (bv. gemiddelde, proportie, …)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noProof="0" dirty="0">
                <a:latin typeface="Calibri"/>
                <a:ea typeface="Calibri"/>
                <a:cs typeface="Calibri"/>
                <a:sym typeface="Calibri"/>
              </a:rPr>
              <a:t>Nulhypothese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="1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: bewering dat een populatieparameter een bepaalde waarde aanneemt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					bv.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: µ = 12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b="1" noProof="0" dirty="0">
                <a:latin typeface="Calibri"/>
                <a:ea typeface="Calibri"/>
                <a:cs typeface="Calibri"/>
                <a:sym typeface="Calibri"/>
              </a:rPr>
              <a:t>Alternatieve hypothese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="1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: bewering over dezelfde populatieparameter die anders is dan de nulhypothese</a:t>
            </a: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eenzijdige alternatieve hypothese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bv. 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µ &lt; 12 (of &gt;)</a:t>
            </a: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tweezijdige alternatieve hypothese		bv. 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µ ≠ 12</a:t>
            </a:r>
          </a:p>
        </p:txBody>
      </p:sp>
      <p:sp>
        <p:nvSpPr>
          <p:cNvPr id="347" name="Google Shape;347;g3ca50a4f78e_1_58"/>
          <p:cNvSpPr/>
          <p:nvPr/>
        </p:nvSpPr>
        <p:spPr>
          <a:xfrm>
            <a:off x="5926650" y="3378200"/>
            <a:ext cx="338700" cy="62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a50a4f78e_1_39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Opbouw hypothesetoetsen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ca50a4f78e_1_39"/>
          <p:cNvSpPr txBox="1"/>
          <p:nvPr/>
        </p:nvSpPr>
        <p:spPr>
          <a:xfrm>
            <a:off x="919750" y="1103300"/>
            <a:ext cx="6632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Algemene toetsingsprocedure</a:t>
            </a:r>
          </a:p>
        </p:txBody>
      </p:sp>
      <p:sp>
        <p:nvSpPr>
          <p:cNvPr id="364" name="Google Shape;364;g3ca50a4f78e_1_39"/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Formuleer het toetsingsprobleem door middel van de statistisch nulhypothese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en de alternatieve hypothese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2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Bereken de toetsingsgrootheid voor het probleem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3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Bekijk of je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kan verwerpen of niet op basis van de steekproef:</a:t>
            </a: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lphaLcPeriod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Bereken het kritisch punt van de verdeling van de toetsingsgrootheid onder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en vergelijk de bekomen toetsingsgrootheid (waarde uit punt 2) met het kritisch punt</a:t>
            </a: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lphaLcPeriod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Equivalent: bereken de p-waarde en vergelijk met het significantieniveau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 (</a:t>
            </a:r>
            <a:r>
              <a:rPr lang="nl-BE" sz="2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werkwijze R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4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Formuleer een conclusie voor het probleem</a:t>
            </a:r>
          </a:p>
        </p:txBody>
      </p:sp>
      <p:sp>
        <p:nvSpPr>
          <p:cNvPr id="365" name="Google Shape;365;g3ca50a4f78e_1_39"/>
          <p:cNvSpPr/>
          <p:nvPr/>
        </p:nvSpPr>
        <p:spPr>
          <a:xfrm>
            <a:off x="4311564" y="4698225"/>
            <a:ext cx="1074900" cy="3753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a50a4f78e_1_31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Opbouw hypothesetoetsen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ca50a4f78e_1_31"/>
          <p:cNvSpPr txBox="1"/>
          <p:nvPr/>
        </p:nvSpPr>
        <p:spPr>
          <a:xfrm>
            <a:off x="919748" y="1103300"/>
            <a:ext cx="503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Kritisch punt en p-waarde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g3ca50a4f78e_1_31" title="kritisch punt en pwaar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850" y="1688300"/>
            <a:ext cx="7803402" cy="49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ca50a4f78e_1_31"/>
          <p:cNvSpPr txBox="1"/>
          <p:nvPr/>
        </p:nvSpPr>
        <p:spPr>
          <a:xfrm>
            <a:off x="7989600" y="6437619"/>
            <a:ext cx="420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200" noProof="0" dirty="0">
                <a:latin typeface="Calibri"/>
                <a:ea typeface="Calibri"/>
                <a:cs typeface="Calibri"/>
                <a:sym typeface="Calibri"/>
              </a:rPr>
              <a:t>aangepast van: </a:t>
            </a:r>
            <a:r>
              <a:rPr lang="nl-BE" sz="1200" u="sng" noProof="0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https://www.simplypsychology.org/p-value.html</a:t>
            </a:r>
            <a:r>
              <a:rPr lang="nl-BE" sz="1200" noProof="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d990630fe_0_0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Opbouw hypothesetoetsen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cd990630fe_0_0"/>
          <p:cNvSpPr txBox="1"/>
          <p:nvPr/>
        </p:nvSpPr>
        <p:spPr>
          <a:xfrm>
            <a:off x="919750" y="1103300"/>
            <a:ext cx="6632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Wat je (niet) bewijst</a:t>
            </a:r>
          </a:p>
        </p:txBody>
      </p:sp>
      <p:sp>
        <p:nvSpPr>
          <p:cNvPr id="382" name="Google Shape;382;g3cd990630fe_0_0"/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Bij toetsen van hypothesen start je met de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nulhypothese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d.i. je gaat ervan uit dat de nulhypothese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waar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is.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 blijf je geloven, tenzij je in je steekproef resultaten vindt die de bewering van de nulhypothese zeer sterk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ongeloofwaardig 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maken.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dat geval verwerp je 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ten gunste van de alternatieve hypothese.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Toetsen van hypothesen gaat dus om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bewijsvoering tegen de nulhypothese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 basis van de steekproef.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procedure die je gebruikt bij het toetsen van hypothesen kan </a:t>
            </a:r>
            <a:r>
              <a:rPr lang="nl-BE" sz="2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geen statistisch bewijs leveren dat de nulhypothese waar is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a50a4f78e_1_48"/>
          <p:cNvSpPr txBox="1"/>
          <p:nvPr/>
        </p:nvSpPr>
        <p:spPr>
          <a:xfrm>
            <a:off x="919748" y="1103300"/>
            <a:ext cx="5037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Hypothesetoetsen in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ca50a4f78e_1_48"/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t.test</a:t>
            </a: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z.test</a:t>
            </a: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 (in package BSDA)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 err="1">
                <a:latin typeface="Calibri"/>
                <a:ea typeface="Calibri"/>
                <a:cs typeface="Calibri"/>
                <a:sym typeface="Calibri"/>
              </a:rPr>
              <a:t>prop.test</a:t>
            </a: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noProof="0" dirty="0">
                <a:latin typeface="Calibri"/>
                <a:ea typeface="Calibri"/>
                <a:cs typeface="Calibri"/>
                <a:sym typeface="Calibri"/>
              </a:rPr>
              <a:t>Betrouwbaarheidsintervallen via deze functies</a:t>
            </a:r>
          </a:p>
        </p:txBody>
      </p:sp>
      <p:sp>
        <p:nvSpPr>
          <p:cNvPr id="4" name="Google Shape;396;g3ca50a4f78e_1_68">
            <a:extLst>
              <a:ext uri="{FF2B5EF4-FFF2-40B4-BE49-F238E27FC236}">
                <a16:creationId xmlns:a16="http://schemas.microsoft.com/office/drawing/2014/main" id="{139CF204-22A3-A7DD-9DCA-F8DDC3AE6468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Google Shape;398;g3ca50a4f78e_1_68"/>
              <p:cNvSpPr/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Het populatiegemiddelde </a:t>
                </a:r>
                <a14:m>
                  <m:oMath xmlns:m="http://schemas.openxmlformats.org/officeDocument/2006/math">
                    <m:r>
                      <a:rPr lang="nl-BE" sz="200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µ</m:t>
                    </m:r>
                  </m:oMath>
                </a14:m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kan geschat worden aan de hand van het steekproefgemiddelde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sz="200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accPr>
                      <m:e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Gestandaardiseerde toetsingsgrootheid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Verdeling onder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00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𝐻</m:t>
                        </m:r>
                      </m:e>
                      <m:sub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0</m:t>
                        </m:r>
                      </m:sub>
                    </m:sSub>
                    <m:r>
                      <a:rPr lang="nl-BE" sz="2000" b="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:</m:t>
                    </m:r>
                    <m:r>
                      <a:rPr lang="nl-BE" sz="2000" b="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𝑇</m:t>
                    </m:r>
                    <m:r>
                      <a:rPr lang="nl-BE" sz="2000" b="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~ </m:t>
                    </m:r>
                    <m:sSub>
                      <m:sSubPr>
                        <m:ctrlPr>
                          <a:rPr lang="nl-BE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𝑡</m:t>
                        </m:r>
                      </m:e>
                      <m:sub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𝑛</m:t>
                        </m:r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−1</m:t>
                        </m:r>
                      </m:sub>
                    </m:sSub>
                  </m:oMath>
                </a14:m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Analyse in R:	</a:t>
                </a:r>
              </a:p>
              <a:p>
                <a:pPr marL="914400" lvl="1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○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input: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t.test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(data, mu = …,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alternative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…)</a:t>
                </a:r>
              </a:p>
              <a:p>
                <a:pPr marL="914400" lvl="1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○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output: toetsingsgrootheid, p-waarde, steekproefschatter, betrouwbaarheidsinterval*</a:t>
                </a:r>
              </a:p>
              <a:p>
                <a:pPr marL="558800" lvl="1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* bij tweezijdige toets</a:t>
                </a:r>
              </a:p>
            </p:txBody>
          </p:sp>
        </mc:Choice>
        <mc:Fallback xmlns="">
          <p:sp>
            <p:nvSpPr>
              <p:cNvPr id="398" name="Google Shape;398;g3ca50a4f78e_1_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blipFill>
                <a:blip r:embed="rId3"/>
                <a:stretch>
                  <a:fillRect t="-3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12495255-45FB-1DE5-6983-BABA8A8A7BC7}"/>
                  </a:ext>
                </a:extLst>
              </p:cNvPr>
              <p:cNvSpPr txBox="1"/>
              <p:nvPr/>
            </p:nvSpPr>
            <p:spPr>
              <a:xfrm>
                <a:off x="5225450" y="3110891"/>
                <a:ext cx="1615272" cy="901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𝑇</m:t>
                      </m:r>
                      <m:r>
                        <a:rPr lang="nl-BE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nl-BE" sz="2400" i="1" noProof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nl-BE" sz="2400" i="1" noProof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−µ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nl-BE" sz="2400" i="1" noProof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sz="2400" i="1" noProof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nl-BE" sz="2400" noProof="0" dirty="0"/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12495255-45FB-1DE5-6983-BABA8A8A7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450" y="3110891"/>
                <a:ext cx="1615272" cy="901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Google Shape;396;g3ca50a4f78e_1_68"/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Google Shape;397;g3ca50a4f78e_1_68"/>
              <p:cNvSpPr txBox="1"/>
              <p:nvPr/>
            </p:nvSpPr>
            <p:spPr>
              <a:xfrm>
                <a:off x="919750" y="1103300"/>
                <a:ext cx="8960195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Een toets voor het populatiegemiddelde (</a:t>
                </a:r>
                <a14:m>
                  <m:oMath xmlns:m="http://schemas.openxmlformats.org/officeDocument/2006/math">
                    <m:r>
                      <a:rPr lang="nl-BE" sz="3200" b="1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µ</m:t>
                    </m:r>
                  </m:oMath>
                </a14:m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): T-toets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7" name="Google Shape;397;g3ca50a4f78e_1_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103300"/>
                <a:ext cx="8960195" cy="584735"/>
              </a:xfrm>
              <a:prstGeom prst="rect">
                <a:avLst/>
              </a:prstGeom>
              <a:blipFill>
                <a:blip r:embed="rId5"/>
                <a:stretch>
                  <a:fillRect l="-1769" t="-12500" r="-1633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Google Shape;401;g3ca50a4f78e_1_68"/>
          <p:cNvSpPr txBox="1"/>
          <p:nvPr/>
        </p:nvSpPr>
        <p:spPr>
          <a:xfrm>
            <a:off x="3797003" y="5018103"/>
            <a:ext cx="479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lang="nl-BE" noProof="0" dirty="0">
              <a:solidFill>
                <a:schemeClr val="accent1"/>
              </a:solidFill>
            </a:endParaRPr>
          </a:p>
        </p:txBody>
      </p:sp>
      <p:sp>
        <p:nvSpPr>
          <p:cNvPr id="402" name="Google Shape;402;g3ca50a4f78e_1_68"/>
          <p:cNvSpPr txBox="1"/>
          <p:nvPr/>
        </p:nvSpPr>
        <p:spPr>
          <a:xfrm>
            <a:off x="5049701" y="5018103"/>
            <a:ext cx="479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nl-BE" noProof="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Google Shape;403;g3ca50a4f78e_1_68"/>
              <p:cNvSpPr txBox="1"/>
              <p:nvPr/>
            </p:nvSpPr>
            <p:spPr>
              <a:xfrm>
                <a:off x="5761650" y="3930925"/>
                <a:ext cx="6687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𝑠𝑑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03" name="Google Shape;403;g3ca50a4f78e_1_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650" y="3930925"/>
                <a:ext cx="668700" cy="585000"/>
              </a:xfrm>
              <a:prstGeom prst="rect">
                <a:avLst/>
              </a:prstGeom>
              <a:blipFill>
                <a:blip r:embed="rId6"/>
                <a:stretch>
                  <a:fillRect r="-1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Google Shape;404;g3ca50a4f78e_1_68"/>
              <p:cNvSpPr txBox="1"/>
              <p:nvPr/>
            </p:nvSpPr>
            <p:spPr>
              <a:xfrm>
                <a:off x="5761650" y="2672347"/>
                <a:ext cx="1000500" cy="6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𝑚𝑒𝑎𝑛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4" name="Google Shape;404;g3ca50a4f78e_1_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650" y="2672347"/>
                <a:ext cx="1000500" cy="617100"/>
              </a:xfrm>
              <a:prstGeom prst="rect">
                <a:avLst/>
              </a:prstGeom>
              <a:blipFill>
                <a:blip r:embed="rId7"/>
                <a:stretch>
                  <a:fillRect r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F3652674-9FED-0B18-5737-ED2D2C3FE574}"/>
                  </a:ext>
                </a:extLst>
              </p:cNvPr>
              <p:cNvSpPr txBox="1"/>
              <p:nvPr/>
            </p:nvSpPr>
            <p:spPr>
              <a:xfrm>
                <a:off x="9879946" y="4362036"/>
                <a:ext cx="1392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000" i="1" noProof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2000" b="0" i="1" noProof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nl-BE" sz="2000" i="1" noProof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nl-BE" sz="2000" noProof="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F3652674-9FED-0B18-5737-ED2D2C3FE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9946" y="4362036"/>
                <a:ext cx="1392304" cy="307777"/>
              </a:xfrm>
              <a:prstGeom prst="rect">
                <a:avLst/>
              </a:prstGeom>
              <a:blipFill>
                <a:blip r:embed="rId8"/>
                <a:stretch>
                  <a:fillRect l="-2632" r="-5702" b="-400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404;g3ca50a4f78e_1_68">
                <a:extLst>
                  <a:ext uri="{FF2B5EF4-FFF2-40B4-BE49-F238E27FC236}">
                    <a16:creationId xmlns:a16="http://schemas.microsoft.com/office/drawing/2014/main" id="{04440CF7-C6C3-49A6-D4AB-5C9601F82A45}"/>
                  </a:ext>
                </a:extLst>
              </p:cNvPr>
              <p:cNvSpPr txBox="1"/>
              <p:nvPr/>
            </p:nvSpPr>
            <p:spPr>
              <a:xfrm>
                <a:off x="9783291" y="4669813"/>
                <a:ext cx="1585614" cy="6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𝑝𝑡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𝑇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,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𝑛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Google Shape;404;g3ca50a4f78e_1_68">
                <a:extLst>
                  <a:ext uri="{FF2B5EF4-FFF2-40B4-BE49-F238E27FC236}">
                    <a16:creationId xmlns:a16="http://schemas.microsoft.com/office/drawing/2014/main" id="{04440CF7-C6C3-49A6-D4AB-5C9601F8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291" y="4669813"/>
                <a:ext cx="1585614" cy="617100"/>
              </a:xfrm>
              <a:prstGeom prst="rect">
                <a:avLst/>
              </a:prstGeom>
              <a:blipFill>
                <a:blip r:embed="rId9"/>
                <a:stretch>
                  <a:fillRect r="-42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2693A472-E3F2-FB58-B561-4132D5CF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Google Shape;398;g3ca50a4f78e_1_68">
                <a:extLst>
                  <a:ext uri="{FF2B5EF4-FFF2-40B4-BE49-F238E27FC236}">
                    <a16:creationId xmlns:a16="http://schemas.microsoft.com/office/drawing/2014/main" id="{CBB8391E-A4B7-7C38-1871-1139FF6EAA5C}"/>
                  </a:ext>
                </a:extLst>
              </p:cNvPr>
              <p:cNvSpPr/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Overschakeling naar Z-toets indien: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populatie normaal verdeeld en populatievariantie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sz="200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nl-B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  <a:sym typeface="Calibri"/>
                          </a:rPr>
                          <m:t>𝜎</m:t>
                        </m:r>
                      </m:e>
                      <m:sup>
                        <m:r>
                          <a:rPr lang="nl-BE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2</m:t>
                        </m:r>
                      </m:sup>
                    </m:sSup>
                  </m:oMath>
                </a14:m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) gekend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steekproef voldoende groot (centrale limietstelling CLT)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Gestandaardiseerde toetsingsgrootheid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Verdeling onder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00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𝐻</m:t>
                        </m:r>
                      </m:e>
                      <m:sub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0</m:t>
                        </m:r>
                      </m:sub>
                    </m:sSub>
                    <m:r>
                      <a:rPr lang="nl-BE" sz="2000" b="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:</m:t>
                    </m:r>
                    <m:r>
                      <a:rPr lang="nl-BE" sz="2000" b="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𝑍</m:t>
                    </m:r>
                    <m:r>
                      <a:rPr lang="nl-BE" sz="2000" b="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~ </m:t>
                    </m:r>
                    <m:r>
                      <a:rPr lang="nl-BE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𝑁</m:t>
                    </m:r>
                    <m:r>
                      <a:rPr lang="nl-BE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(0,1)</m:t>
                    </m:r>
                  </m:oMath>
                </a14:m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Analyse in R (via “package BSDA”):	</a:t>
                </a:r>
              </a:p>
              <a:p>
                <a:pPr marL="914400" lvl="1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○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input: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z.test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(data, mu = …,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alternative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…, </a:t>
                </a:r>
                <a:r>
                  <a:rPr lang="nl-BE" sz="2000" noProof="0" dirty="0" err="1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sigma.x</a:t>
                </a:r>
                <a:r>
                  <a:rPr lang="nl-BE" sz="2000" noProof="0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…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</a:p>
              <a:p>
                <a:pPr marL="914400" lvl="1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○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output: toetsingsgrootheid, p-waarde, steekproefschatter, betrouwbaarheidsinterval*</a:t>
                </a:r>
              </a:p>
              <a:p>
                <a:pPr marL="558800" lvl="1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* bij tweezijdige toets</a:t>
                </a:r>
              </a:p>
            </p:txBody>
          </p:sp>
        </mc:Choice>
        <mc:Fallback xmlns="">
          <p:sp>
            <p:nvSpPr>
              <p:cNvPr id="398" name="Google Shape;398;g3ca50a4f78e_1_68">
                <a:extLst>
                  <a:ext uri="{FF2B5EF4-FFF2-40B4-BE49-F238E27FC236}">
                    <a16:creationId xmlns:a16="http://schemas.microsoft.com/office/drawing/2014/main" id="{CBB8391E-A4B7-7C38-1871-1139FF6EAA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blipFill>
                <a:blip r:embed="rId3"/>
                <a:stretch>
                  <a:fillRect t="-386" b="-73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95558981-0702-08A7-EFB5-4F9BB7F816DD}"/>
                  </a:ext>
                </a:extLst>
              </p:cNvPr>
              <p:cNvSpPr txBox="1"/>
              <p:nvPr/>
            </p:nvSpPr>
            <p:spPr>
              <a:xfrm>
                <a:off x="5225450" y="3532915"/>
                <a:ext cx="1615272" cy="901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4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nl-BE" sz="240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nl-BE" sz="2400" i="1" noProof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nl-BE" sz="2400" i="1" noProof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−µ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2400" i="1" noProof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σ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nl-BE" sz="2400" i="1" noProof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sz="2400" i="1" noProof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nl-BE" sz="2400" noProof="0" dirty="0"/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95558981-0702-08A7-EFB5-4F9BB7F81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450" y="3532915"/>
                <a:ext cx="1615272" cy="901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Google Shape;396;g3ca50a4f78e_1_68">
            <a:extLst>
              <a:ext uri="{FF2B5EF4-FFF2-40B4-BE49-F238E27FC236}">
                <a16:creationId xmlns:a16="http://schemas.microsoft.com/office/drawing/2014/main" id="{00975CB5-A3AC-F217-4DBA-9AAE2931B107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Google Shape;397;g3ca50a4f78e_1_68">
                <a:extLst>
                  <a:ext uri="{FF2B5EF4-FFF2-40B4-BE49-F238E27FC236}">
                    <a16:creationId xmlns:a16="http://schemas.microsoft.com/office/drawing/2014/main" id="{E72AF13F-1C54-C852-44E6-D858EA3D6883}"/>
                  </a:ext>
                </a:extLst>
              </p:cNvPr>
              <p:cNvSpPr txBox="1"/>
              <p:nvPr/>
            </p:nvSpPr>
            <p:spPr>
              <a:xfrm>
                <a:off x="919750" y="1103300"/>
                <a:ext cx="8960195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Een toets voor het populatiegemiddelde (</a:t>
                </a:r>
                <a14:m>
                  <m:oMath xmlns:m="http://schemas.openxmlformats.org/officeDocument/2006/math">
                    <m:r>
                      <a:rPr lang="nl-BE" sz="3200" b="1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µ</m:t>
                    </m:r>
                  </m:oMath>
                </a14:m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): Z-toets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7" name="Google Shape;397;g3ca50a4f78e_1_68">
                <a:extLst>
                  <a:ext uri="{FF2B5EF4-FFF2-40B4-BE49-F238E27FC236}">
                    <a16:creationId xmlns:a16="http://schemas.microsoft.com/office/drawing/2014/main" id="{E72AF13F-1C54-C852-44E6-D858EA3D6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103300"/>
                <a:ext cx="8960195" cy="584735"/>
              </a:xfrm>
              <a:prstGeom prst="rect">
                <a:avLst/>
              </a:prstGeom>
              <a:blipFill>
                <a:blip r:embed="rId5"/>
                <a:stretch>
                  <a:fillRect l="-1769" t="-12500" r="-1565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Google Shape;404;g3ca50a4f78e_1_68">
                <a:extLst>
                  <a:ext uri="{FF2B5EF4-FFF2-40B4-BE49-F238E27FC236}">
                    <a16:creationId xmlns:a16="http://schemas.microsoft.com/office/drawing/2014/main" id="{252D6073-1C4F-EF1D-93A6-61DFA2751806}"/>
                  </a:ext>
                </a:extLst>
              </p:cNvPr>
              <p:cNvSpPr txBox="1"/>
              <p:nvPr/>
            </p:nvSpPr>
            <p:spPr>
              <a:xfrm>
                <a:off x="5761650" y="3094371"/>
                <a:ext cx="1000500" cy="6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𝑚𝑒𝑎𝑛</m:t>
                      </m:r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04" name="Google Shape;404;g3ca50a4f78e_1_68">
                <a:extLst>
                  <a:ext uri="{FF2B5EF4-FFF2-40B4-BE49-F238E27FC236}">
                    <a16:creationId xmlns:a16="http://schemas.microsoft.com/office/drawing/2014/main" id="{252D6073-1C4F-EF1D-93A6-61DFA2751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650" y="3094371"/>
                <a:ext cx="1000500" cy="617100"/>
              </a:xfrm>
              <a:prstGeom prst="rect">
                <a:avLst/>
              </a:prstGeom>
              <a:blipFill>
                <a:blip r:embed="rId6"/>
                <a:stretch>
                  <a:fillRect r="-54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404;g3ca50a4f78e_1_68">
                <a:extLst>
                  <a:ext uri="{FF2B5EF4-FFF2-40B4-BE49-F238E27FC236}">
                    <a16:creationId xmlns:a16="http://schemas.microsoft.com/office/drawing/2014/main" id="{86B9581F-F52E-036B-4611-BA327622FD17}"/>
                  </a:ext>
                </a:extLst>
              </p:cNvPr>
              <p:cNvSpPr txBox="1"/>
              <p:nvPr/>
            </p:nvSpPr>
            <p:spPr>
              <a:xfrm>
                <a:off x="9686636" y="4434893"/>
                <a:ext cx="1585614" cy="6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𝑝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𝑛𝑜𝑟𝑚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𝑍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Google Shape;404;g3ca50a4f78e_1_68">
                <a:extLst>
                  <a:ext uri="{FF2B5EF4-FFF2-40B4-BE49-F238E27FC236}">
                    <a16:creationId xmlns:a16="http://schemas.microsoft.com/office/drawing/2014/main" id="{86B9581F-F52E-036B-4611-BA327622F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636" y="4434893"/>
                <a:ext cx="1585614" cy="61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8759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>
          <a:extLst>
            <a:ext uri="{FF2B5EF4-FFF2-40B4-BE49-F238E27FC236}">
              <a16:creationId xmlns:a16="http://schemas.microsoft.com/office/drawing/2014/main" id="{C53BDB5F-B318-7FC8-9A60-933496D3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Google Shape;411;g3ca50a4f78e_1_79">
                <a:extLst>
                  <a:ext uri="{FF2B5EF4-FFF2-40B4-BE49-F238E27FC236}">
                    <a16:creationId xmlns:a16="http://schemas.microsoft.com/office/drawing/2014/main" id="{D86F8A8F-1FE8-437B-BBC2-9D4BFC82A953}"/>
                  </a:ext>
                </a:extLst>
              </p:cNvPr>
              <p:cNvSpPr txBox="1"/>
              <p:nvPr/>
            </p:nvSpPr>
            <p:spPr>
              <a:xfrm>
                <a:off x="919751" y="1103300"/>
                <a:ext cx="87396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Een toets voor het populatiegemiddelde (</a:t>
                </a:r>
                <a14:m>
                  <m:oMath xmlns:m="http://schemas.openxmlformats.org/officeDocument/2006/math">
                    <m:r>
                      <a:rPr lang="nl-BE" sz="3200" b="1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µ</m:t>
                    </m:r>
                  </m:oMath>
                </a14:m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) in R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11" name="Google Shape;411;g3ca50a4f78e_1_79">
                <a:extLst>
                  <a:ext uri="{FF2B5EF4-FFF2-40B4-BE49-F238E27FC236}">
                    <a16:creationId xmlns:a16="http://schemas.microsoft.com/office/drawing/2014/main" id="{D86F8A8F-1FE8-437B-BBC2-9D4BFC82A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1" y="1103300"/>
                <a:ext cx="8739600" cy="585000"/>
              </a:xfrm>
              <a:prstGeom prst="rect">
                <a:avLst/>
              </a:prstGeom>
              <a:blipFill>
                <a:blip r:embed="rId3"/>
                <a:stretch>
                  <a:fillRect l="-1813" t="-12500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2" name="Google Shape;412;g3ca50a4f78e_1_79">
            <a:extLst>
              <a:ext uri="{FF2B5EF4-FFF2-40B4-BE49-F238E27FC236}">
                <a16:creationId xmlns:a16="http://schemas.microsoft.com/office/drawing/2014/main" id="{6FB4528A-7A8C-12D7-E096-37ADF4952731}"/>
              </a:ext>
            </a:extLst>
          </p:cNvPr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Eagle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Boys beweert real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pizza’s van 12 inch te maken</a:t>
            </a: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never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pizza but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seemed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smaller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µ = 12  vs.  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µ &lt; 12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CONCLUSIE: De pizza’s hebben een significant lager gemiddelde diameter dan 12 inch.</a:t>
            </a:r>
          </a:p>
        </p:txBody>
      </p:sp>
      <p:pic>
        <p:nvPicPr>
          <p:cNvPr id="413" name="Google Shape;413;g3ca50a4f78e_1_79">
            <a:extLst>
              <a:ext uri="{FF2B5EF4-FFF2-40B4-BE49-F238E27FC236}">
                <a16:creationId xmlns:a16="http://schemas.microsoft.com/office/drawing/2014/main" id="{073D0E36-22A4-CB73-E034-6921E30D4E4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425" y="3622600"/>
            <a:ext cx="9544050" cy="2533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14" name="Google Shape;414;g3ca50a4f78e_1_79">
            <a:extLst>
              <a:ext uri="{FF2B5EF4-FFF2-40B4-BE49-F238E27FC236}">
                <a16:creationId xmlns:a16="http://schemas.microsoft.com/office/drawing/2014/main" id="{BF127C5A-949F-EEB7-0453-6A414E91E1B9}"/>
              </a:ext>
            </a:extLst>
          </p:cNvPr>
          <p:cNvSpPr/>
          <p:nvPr/>
        </p:nvSpPr>
        <p:spPr>
          <a:xfrm>
            <a:off x="1460453" y="4561750"/>
            <a:ext cx="1340700" cy="3411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sp>
        <p:nvSpPr>
          <p:cNvPr id="415" name="Google Shape;415;g3ca50a4f78e_1_79">
            <a:extLst>
              <a:ext uri="{FF2B5EF4-FFF2-40B4-BE49-F238E27FC236}">
                <a16:creationId xmlns:a16="http://schemas.microsoft.com/office/drawing/2014/main" id="{3E7FB376-2E32-4F1E-6248-9984967E2A8C}"/>
              </a:ext>
            </a:extLst>
          </p:cNvPr>
          <p:cNvSpPr/>
          <p:nvPr/>
        </p:nvSpPr>
        <p:spPr>
          <a:xfrm>
            <a:off x="3830629" y="4561750"/>
            <a:ext cx="1990200" cy="3411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sp>
        <p:nvSpPr>
          <p:cNvPr id="2" name="Google Shape;396;g3ca50a4f78e_1_68">
            <a:extLst>
              <a:ext uri="{FF2B5EF4-FFF2-40B4-BE49-F238E27FC236}">
                <a16:creationId xmlns:a16="http://schemas.microsoft.com/office/drawing/2014/main" id="{3652F072-311B-F679-1E6F-469A0A424111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41989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A18DF600-6881-877B-4ACE-07A02966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Google Shape;398;g3ca50a4f78e_1_68">
                <a:extLst>
                  <a:ext uri="{FF2B5EF4-FFF2-40B4-BE49-F238E27FC236}">
                    <a16:creationId xmlns:a16="http://schemas.microsoft.com/office/drawing/2014/main" id="{C437F005-5ABB-6D85-4E94-D18CD3009DAC}"/>
                  </a:ext>
                </a:extLst>
              </p:cNvPr>
              <p:cNvSpPr/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Resultaat ook te bekomen via Z-toets (want </a:t>
                </a:r>
                <a14:m>
                  <m:oMath xmlns:m="http://schemas.openxmlformats.org/officeDocument/2006/math">
                    <m:r>
                      <a:rPr lang="nl-BE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𝑛</m:t>
                    </m:r>
                    <m:r>
                      <a:rPr lang="nl-BE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= 125</m:t>
                    </m:r>
                  </m:oMath>
                </a14:m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, dus CLT voldaan)</a:t>
                </a: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Betrouwbaarheidsinterval via “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alternative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two.sided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”, % in te stellen via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conf.level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…</a:t>
                </a: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Manuele berekeningen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Toetsingsgrootheid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p-waarde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Betrouwbaarheidsinterval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98" name="Google Shape;398;g3ca50a4f78e_1_68">
                <a:extLst>
                  <a:ext uri="{FF2B5EF4-FFF2-40B4-BE49-F238E27FC236}">
                    <a16:creationId xmlns:a16="http://schemas.microsoft.com/office/drawing/2014/main" id="{C437F005-5ABB-6D85-4E94-D18CD3009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blipFill>
                <a:blip r:embed="rId3"/>
                <a:stretch>
                  <a:fillRect t="-3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Google Shape;396;g3ca50a4f78e_1_68">
            <a:extLst>
              <a:ext uri="{FF2B5EF4-FFF2-40B4-BE49-F238E27FC236}">
                <a16:creationId xmlns:a16="http://schemas.microsoft.com/office/drawing/2014/main" id="{A3E1FE0E-32D5-1ABF-E403-FDA2F075AE8A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Google Shape;397;g3ca50a4f78e_1_68">
                <a:extLst>
                  <a:ext uri="{FF2B5EF4-FFF2-40B4-BE49-F238E27FC236}">
                    <a16:creationId xmlns:a16="http://schemas.microsoft.com/office/drawing/2014/main" id="{91738622-2D05-3446-F86D-B123EA548CFB}"/>
                  </a:ext>
                </a:extLst>
              </p:cNvPr>
              <p:cNvSpPr txBox="1"/>
              <p:nvPr/>
            </p:nvSpPr>
            <p:spPr>
              <a:xfrm>
                <a:off x="919750" y="1103300"/>
                <a:ext cx="10163582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Een toets voor het populatiegemiddelde (</a:t>
                </a:r>
                <a14:m>
                  <m:oMath xmlns:m="http://schemas.openxmlformats.org/officeDocument/2006/math">
                    <m:r>
                      <a:rPr lang="nl-BE" sz="3200" b="1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µ</m:t>
                    </m:r>
                  </m:oMath>
                </a14:m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): opmerkingen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7" name="Google Shape;397;g3ca50a4f78e_1_68">
                <a:extLst>
                  <a:ext uri="{FF2B5EF4-FFF2-40B4-BE49-F238E27FC236}">
                    <a16:creationId xmlns:a16="http://schemas.microsoft.com/office/drawing/2014/main" id="{91738622-2D05-3446-F86D-B123EA548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103300"/>
                <a:ext cx="10163582" cy="584735"/>
              </a:xfrm>
              <a:prstGeom prst="rect">
                <a:avLst/>
              </a:prstGeom>
              <a:blipFill>
                <a:blip r:embed="rId4"/>
                <a:stretch>
                  <a:fillRect l="-1560" t="-12500" r="-60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6B64360A-88A7-93AA-7632-4A0889CE0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3712" y="2371897"/>
            <a:ext cx="8253175" cy="3657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D95E94C3-740C-25E2-E244-51C98C4CC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612" y="4423637"/>
            <a:ext cx="5883150" cy="21718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BDD864AE-33C6-B67D-94C6-2542BB996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577" y="3424439"/>
            <a:ext cx="10417443" cy="3124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10024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Google Shape;421;g3cd990630fe_0_8"/>
              <p:cNvSpPr/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De populatieproportie </a:t>
                </a:r>
                <a14:m>
                  <m:oMath xmlns:m="http://schemas.openxmlformats.org/officeDocument/2006/math">
                    <m:r>
                      <a:rPr lang="nl-BE" sz="2000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𝜋</m:t>
                    </m:r>
                  </m:oMath>
                </a14:m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kan geschat worden aan de hand van de steekproefproportie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00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accPr>
                      <m:e>
                        <m:r>
                          <a:rPr lang="nl-BE" sz="2000" b="0" i="1" noProof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𝑃</m:t>
                        </m:r>
                      </m:e>
                    </m:acc>
                  </m:oMath>
                </a14:m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Gestandaardiseerde toetsingsgrootheid</a:t>
                </a:r>
              </a:p>
              <a:p>
                <a:endParaRPr lang="nl-BE" sz="20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115000"/>
                  </a:lnSpc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Verdeling onder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000" i="1" noProof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nl-BE" sz="2000" i="1" noProof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𝐻</m:t>
                        </m:r>
                      </m:e>
                      <m:sub>
                        <m:r>
                          <a:rPr lang="nl-BE" sz="2000" i="1" noProof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0</m:t>
                        </m:r>
                      </m:sub>
                    </m:sSub>
                    <m:r>
                      <a:rPr lang="nl-BE" sz="2000" i="1" noProof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:</m:t>
                    </m:r>
                    <m:r>
                      <a:rPr lang="nl-BE" sz="2000" i="1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𝑍</m:t>
                    </m:r>
                    <m:r>
                      <a:rPr lang="nl-BE" sz="2000" i="1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 ~ </m:t>
                    </m:r>
                    <m:r>
                      <a:rPr lang="nl-B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𝑁</m:t>
                    </m:r>
                    <m:r>
                      <a:rPr lang="nl-B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  <a:sym typeface="Calibri"/>
                      </a:rPr>
                      <m:t>(0,1)</m:t>
                    </m:r>
                  </m:oMath>
                </a14:m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			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Analyse in R:	</a:t>
                </a:r>
              </a:p>
              <a:p>
                <a:pPr marL="914400" lvl="1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○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input: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prop.test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(x, n,  p = …,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alternative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…, correct = FALSE)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output: toetsingsgrootheid, p-waarde, steekproefschatter, betrouwbaarheidsinterval*</a:t>
                </a:r>
              </a:p>
              <a:p>
                <a:pPr marL="558800" lvl="1">
                  <a:lnSpc>
                    <a:spcPct val="115000"/>
                  </a:lnSpc>
                  <a:buSzPts val="2000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* bij tweezijdige toets</a:t>
                </a:r>
              </a:p>
              <a:p>
                <a:pPr marL="558800" lvl="1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421" name="Google Shape;421;g3cd990630fe_0_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blipFill>
                <a:blip r:embed="rId3"/>
                <a:stretch>
                  <a:fillRect t="-3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FBAE27B8-5E27-A1E1-23FF-6EA904F48BAB}"/>
                  </a:ext>
                </a:extLst>
              </p:cNvPr>
              <p:cNvSpPr txBox="1"/>
              <p:nvPr/>
            </p:nvSpPr>
            <p:spPr>
              <a:xfrm>
                <a:off x="5216977" y="2895913"/>
                <a:ext cx="2076466" cy="1211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4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𝑍</m:t>
                      </m:r>
                      <m:r>
                        <a:rPr lang="nl-BE" sz="2400" b="0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nl-BE" sz="2400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𝑃</m:t>
                              </m:r>
                            </m:e>
                          </m:acc>
                          <m:r>
                            <a:rPr lang="nl-BE" sz="2400" i="1" noProof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nl-BE" sz="24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𝜋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nl-BE" sz="2400" i="1" noProof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nl-BE" sz="2400" i="1" noProof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BE" sz="24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nl-BE" sz="2400" i="1" noProof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i="1" noProof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1−</m:t>
                                      </m:r>
                                      <m:r>
                                        <a:rPr lang="nl-BE" sz="24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nl-BE" sz="2400" i="1" noProof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nl-BE" sz="2400" noProof="0" dirty="0"/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FBAE27B8-5E27-A1E1-23FF-6EA904F4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977" y="2895913"/>
                <a:ext cx="2076466" cy="12114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Google Shape;424;g3cd990630fe_0_8"/>
              <p:cNvSpPr txBox="1"/>
              <p:nvPr/>
            </p:nvSpPr>
            <p:spPr>
              <a:xfrm>
                <a:off x="919751" y="1103300"/>
                <a:ext cx="87396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Een toets voor de populatieproportie (</a:t>
                </a:r>
                <a14:m>
                  <m:oMath xmlns:m="http://schemas.openxmlformats.org/officeDocument/2006/math">
                    <m:r>
                      <a:rPr lang="nl-BE" sz="3200" b="1" i="1" noProof="0" smtClean="0"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𝝅</m:t>
                    </m:r>
                  </m:oMath>
                </a14:m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24" name="Google Shape;424;g3cd990630fe_0_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1" y="1103300"/>
                <a:ext cx="8739600" cy="585000"/>
              </a:xfrm>
              <a:prstGeom prst="rect">
                <a:avLst/>
              </a:prstGeom>
              <a:blipFill>
                <a:blip r:embed="rId5"/>
                <a:stretch>
                  <a:fillRect l="-1813" t="-12500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Google Shape;425;g3cd990630fe_0_8"/>
          <p:cNvSpPr txBox="1"/>
          <p:nvPr/>
        </p:nvSpPr>
        <p:spPr>
          <a:xfrm>
            <a:off x="4254519" y="4887478"/>
            <a:ext cx="479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lang="nl-BE" noProof="0" dirty="0">
              <a:solidFill>
                <a:schemeClr val="accent1"/>
              </a:solidFill>
            </a:endParaRPr>
          </a:p>
        </p:txBody>
      </p:sp>
      <p:sp>
        <p:nvSpPr>
          <p:cNvPr id="426" name="Google Shape;426;g3cd990630fe_0_8"/>
          <p:cNvSpPr txBox="1"/>
          <p:nvPr/>
        </p:nvSpPr>
        <p:spPr>
          <a:xfrm>
            <a:off x="5535813" y="4887478"/>
            <a:ext cx="479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nl-BE" noProof="0" dirty="0">
              <a:solidFill>
                <a:schemeClr val="accent1"/>
              </a:solidFill>
            </a:endParaRPr>
          </a:p>
        </p:txBody>
      </p:sp>
      <p:sp>
        <p:nvSpPr>
          <p:cNvPr id="2" name="Google Shape;396;g3ca50a4f78e_1_68">
            <a:extLst>
              <a:ext uri="{FF2B5EF4-FFF2-40B4-BE49-F238E27FC236}">
                <a16:creationId xmlns:a16="http://schemas.microsoft.com/office/drawing/2014/main" id="{F3C82F22-7414-0271-157D-32706B74D52D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9346CC0-F6DE-CEFA-1083-96B4D472FCE5}"/>
                  </a:ext>
                </a:extLst>
              </p:cNvPr>
              <p:cNvSpPr txBox="1"/>
              <p:nvPr/>
            </p:nvSpPr>
            <p:spPr>
              <a:xfrm>
                <a:off x="9659351" y="5008605"/>
                <a:ext cx="864980" cy="632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l-BE" sz="2400" i="1" noProof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nl-BE" sz="2400" i="1" noProof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</m:t>
                          </m:r>
                        </m:e>
                      </m:acc>
                      <m:r>
                        <a:rPr lang="nl-BE" sz="2400" i="1" noProof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nl-BE" sz="2400" i="1" noProof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nl-BE" sz="2400" i="1" noProof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num>
                        <m:den>
                          <m:r>
                            <a:rPr lang="nl-BE" sz="2400" i="1" noProof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nl-BE" sz="2400" noProof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9346CC0-F6DE-CEFA-1083-96B4D472F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351" y="5008605"/>
                <a:ext cx="864980" cy="6325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404;g3ca50a4f78e_1_68">
                <a:extLst>
                  <a:ext uri="{FF2B5EF4-FFF2-40B4-BE49-F238E27FC236}">
                    <a16:creationId xmlns:a16="http://schemas.microsoft.com/office/drawing/2014/main" id="{DEA496A9-9417-BE5E-EE47-4DEDE5539D3A}"/>
                  </a:ext>
                </a:extLst>
              </p:cNvPr>
              <p:cNvSpPr txBox="1"/>
              <p:nvPr/>
            </p:nvSpPr>
            <p:spPr>
              <a:xfrm>
                <a:off x="9525863" y="4228480"/>
                <a:ext cx="1585614" cy="6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𝑝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𝑛𝑜𝑟𝑚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𝑍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Google Shape;404;g3ca50a4f78e_1_68">
                <a:extLst>
                  <a:ext uri="{FF2B5EF4-FFF2-40B4-BE49-F238E27FC236}">
                    <a16:creationId xmlns:a16="http://schemas.microsoft.com/office/drawing/2014/main" id="{DEA496A9-9417-BE5E-EE47-4DEDE553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863" y="4228480"/>
                <a:ext cx="1585614" cy="61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Google Shape;435;g3cd990630fe_0_25"/>
              <p:cNvSpPr txBox="1"/>
              <p:nvPr/>
            </p:nvSpPr>
            <p:spPr>
              <a:xfrm>
                <a:off x="919751" y="1103300"/>
                <a:ext cx="87396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Een toets voor de populatieproportie (</a:t>
                </a:r>
                <a14:m>
                  <m:oMath xmlns:m="http://schemas.openxmlformats.org/officeDocument/2006/math">
                    <m:r>
                      <a:rPr lang="nl-BE" sz="3200" b="1" i="1" noProof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𝝅</m:t>
                    </m:r>
                  </m:oMath>
                </a14:m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) in R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35" name="Google Shape;435;g3cd990630fe_0_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1" y="1103300"/>
                <a:ext cx="8739600" cy="585000"/>
              </a:xfrm>
              <a:prstGeom prst="rect">
                <a:avLst/>
              </a:prstGeom>
              <a:blipFill>
                <a:blip r:embed="rId3"/>
                <a:stretch>
                  <a:fillRect l="-1813" t="-12500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6" name="Google Shape;436;g3cd990630fe_0_25"/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Eagle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Boys beweert real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pizza’s van 12 inch te maken</a:t>
            </a: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 van de 125 pizza’s zijn kleiner dan 12 inch =&gt; meer dan 95% van de pizza’s is kleiner dan 12 inch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π = 0,95  vs.  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π &gt; 0,95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CONCLUSIE: De proportie pizza’s met een diameter kleiner dan 12 inch is niet significant meer dan 95%.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4359D93-6B0D-A415-FEC1-67C49B9E5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448" y="3549707"/>
            <a:ext cx="7057841" cy="2524125"/>
          </a:xfrm>
          <a:prstGeom prst="rect">
            <a:avLst/>
          </a:prstGeom>
        </p:spPr>
      </p:pic>
      <p:sp>
        <p:nvSpPr>
          <p:cNvPr id="438" name="Google Shape;438;g3cd990630fe_0_25"/>
          <p:cNvSpPr/>
          <p:nvPr/>
        </p:nvSpPr>
        <p:spPr>
          <a:xfrm>
            <a:off x="1540832" y="4531606"/>
            <a:ext cx="1990200" cy="3411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sp>
        <p:nvSpPr>
          <p:cNvPr id="439" name="Google Shape;439;g3cd990630fe_0_25"/>
          <p:cNvSpPr/>
          <p:nvPr/>
        </p:nvSpPr>
        <p:spPr>
          <a:xfrm>
            <a:off x="4357303" y="4531606"/>
            <a:ext cx="1990200" cy="3411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pic>
        <p:nvPicPr>
          <p:cNvPr id="440" name="Google Shape;440;g3cd990630fe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0450" y="2641661"/>
            <a:ext cx="7810500" cy="3905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Google Shape;396;g3ca50a4f78e_1_68">
            <a:extLst>
              <a:ext uri="{FF2B5EF4-FFF2-40B4-BE49-F238E27FC236}">
                <a16:creationId xmlns:a16="http://schemas.microsoft.com/office/drawing/2014/main" id="{9D81F862-8094-816A-27C6-00864784E50A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0F6A1ECA-AEF4-A50B-8D44-558D6E35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Google Shape;398;g3ca50a4f78e_1_68">
                <a:extLst>
                  <a:ext uri="{FF2B5EF4-FFF2-40B4-BE49-F238E27FC236}">
                    <a16:creationId xmlns:a16="http://schemas.microsoft.com/office/drawing/2014/main" id="{0890B327-0073-1127-F8E7-32D462BBFC2D}"/>
                  </a:ext>
                </a:extLst>
              </p:cNvPr>
              <p:cNvSpPr/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R maakt gebruik van de </a:t>
                </a:r>
                <a:r>
                  <a:rPr lang="el-GR" sz="2000" noProof="0" dirty="0">
                    <a:latin typeface="Calibri"/>
                    <a:ea typeface="Calibri"/>
                    <a:cs typeface="Calibri"/>
                    <a:sym typeface="Calibri"/>
                  </a:rPr>
                  <a:t>χ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²-verdeling met 1 vrijheidsgraad voor de berekening van de p-waarde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l-BE" sz="2000" i="1">
                            <a:latin typeface="Cambria Math" panose="02040503050406030204" pitchFamily="18" charset="0"/>
                            <a:sym typeface="Calibri"/>
                          </a:rPr>
                        </m:ctrlPr>
                      </m:sSubPr>
                      <m:e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𝐻</m:t>
                        </m:r>
                      </m:e>
                      <m:sub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0</m:t>
                        </m:r>
                      </m:sub>
                    </m:sSub>
                    <m:r>
                      <a:rPr lang="nl-BE" sz="2000">
                        <a:latin typeface="Cambria Math" panose="02040503050406030204" pitchFamily="18" charset="0"/>
                        <a:sym typeface="Calibri"/>
                      </a:rPr>
                      <m:t>: </m:t>
                    </m:r>
                    <m:sSup>
                      <m:sSupPr>
                        <m:ctrlPr>
                          <a:rPr lang="nl-BE" sz="2000" i="1">
                            <a:latin typeface="Cambria Math" panose="02040503050406030204" pitchFamily="18" charset="0"/>
                            <a:sym typeface="Calibri"/>
                          </a:rPr>
                        </m:ctrlPr>
                      </m:sSupPr>
                      <m:e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𝑍</m:t>
                        </m:r>
                      </m:e>
                      <m:sup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2</m:t>
                        </m:r>
                      </m:sup>
                    </m:sSup>
                    <m:r>
                      <a:rPr lang="nl-BE" sz="2000">
                        <a:latin typeface="Cambria Math" panose="02040503050406030204" pitchFamily="18" charset="0"/>
                        <a:sym typeface="Calibri"/>
                      </a:rPr>
                      <m:t>~</m:t>
                    </m:r>
                    <m:sSubSup>
                      <m:sSubSupPr>
                        <m:ctrlPr>
                          <a:rPr lang="nl-BE" sz="2000" i="1">
                            <a:latin typeface="Cambria Math" panose="02040503050406030204" pitchFamily="18" charset="0"/>
                            <a:sym typeface="Calibri"/>
                          </a:rPr>
                        </m:ctrlPr>
                      </m:sSubSupPr>
                      <m:e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𝜒</m:t>
                        </m:r>
                      </m:e>
                      <m:sub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1</m:t>
                        </m:r>
                      </m:sub>
                      <m:sup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2</m:t>
                        </m:r>
                      </m:sup>
                    </m:sSubSup>
                  </m:oMath>
                </a14:m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Bij grote steekproeven is dit equivalent met het gebruik van de standaardnormaalverdeling 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De gerapporteerde toetsingsgrootheid in 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sz="2000" i="1">
                            <a:latin typeface="Cambria Math" panose="02040503050406030204" pitchFamily="18" charset="0"/>
                            <a:sym typeface="Calibri"/>
                          </a:rPr>
                        </m:ctrlPr>
                      </m:sSupPr>
                      <m:e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𝑍</m:t>
                        </m:r>
                      </m:e>
                      <m:sup>
                        <m:r>
                          <a:rPr lang="nl-BE" sz="2000">
                            <a:latin typeface="Cambria Math" panose="02040503050406030204" pitchFamily="18" charset="0"/>
                            <a:sym typeface="Calibri"/>
                          </a:rPr>
                          <m:t>2</m:t>
                        </m:r>
                      </m:sup>
                    </m:sSup>
                  </m:oMath>
                </a14:m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01600" lvl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Betrouwbaarheidsinterval via “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alternative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two.sided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”, % in te stellen via </a:t>
                </a:r>
                <a:r>
                  <a:rPr lang="nl-BE" sz="2000" noProof="0" dirty="0" err="1">
                    <a:latin typeface="Calibri"/>
                    <a:ea typeface="Calibri"/>
                    <a:cs typeface="Calibri"/>
                    <a:sym typeface="Calibri"/>
                  </a:rPr>
                  <a:t>conf.level</a:t>
                </a: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 = …</a:t>
                </a: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endParaRPr lang="nl-BE" sz="2000" dirty="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Calibri"/>
                  <a:buChar char="●"/>
                </a:pPr>
                <a:r>
                  <a:rPr lang="nl-BE" sz="2000" noProof="0" dirty="0">
                    <a:latin typeface="Calibri"/>
                    <a:ea typeface="Calibri"/>
                    <a:cs typeface="Calibri"/>
                    <a:sym typeface="Calibri"/>
                  </a:rPr>
                  <a:t>Manuele berekeningen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Toetsingsgrootheid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p-waarde</a:t>
                </a:r>
              </a:p>
              <a:p>
                <a:pPr marL="914400" lvl="1" indent="-355600">
                  <a:lnSpc>
                    <a:spcPct val="115000"/>
                  </a:lnSpc>
                  <a:buSzPts val="2000"/>
                  <a:buFont typeface="Calibri"/>
                  <a:buChar char="○"/>
                </a:pPr>
                <a:r>
                  <a:rPr lang="nl-BE" sz="2000" dirty="0">
                    <a:latin typeface="Calibri"/>
                    <a:ea typeface="Calibri"/>
                    <a:cs typeface="Calibri"/>
                    <a:sym typeface="Calibri"/>
                  </a:rPr>
                  <a:t>Betrouwbaarheidsinterval</a:t>
                </a:r>
              </a:p>
              <a:p>
                <a:pPr marL="45720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nl-BE" sz="20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98" name="Google Shape;398;g3ca50a4f78e_1_68">
                <a:extLst>
                  <a:ext uri="{FF2B5EF4-FFF2-40B4-BE49-F238E27FC236}">
                    <a16:creationId xmlns:a16="http://schemas.microsoft.com/office/drawing/2014/main" id="{0890B327-0073-1127-F8E7-32D462BBF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851325"/>
                <a:ext cx="11021100" cy="4744200"/>
              </a:xfrm>
              <a:prstGeom prst="rect">
                <a:avLst/>
              </a:prstGeom>
              <a:blipFill>
                <a:blip r:embed="rId3"/>
                <a:stretch>
                  <a:fillRect t="-3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Google Shape;396;g3ca50a4f78e_1_68">
            <a:extLst>
              <a:ext uri="{FF2B5EF4-FFF2-40B4-BE49-F238E27FC236}">
                <a16:creationId xmlns:a16="http://schemas.microsoft.com/office/drawing/2014/main" id="{3E674E62-6112-C972-372E-19E6C1B3F5E0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Google Shape;397;g3ca50a4f78e_1_68">
                <a:extLst>
                  <a:ext uri="{FF2B5EF4-FFF2-40B4-BE49-F238E27FC236}">
                    <a16:creationId xmlns:a16="http://schemas.microsoft.com/office/drawing/2014/main" id="{1CE85AEC-C5DC-91CE-024D-F0882F71A4CC}"/>
                  </a:ext>
                </a:extLst>
              </p:cNvPr>
              <p:cNvSpPr txBox="1"/>
              <p:nvPr/>
            </p:nvSpPr>
            <p:spPr>
              <a:xfrm>
                <a:off x="919750" y="1103300"/>
                <a:ext cx="10163582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buSzPts val="3200"/>
                </a:pPr>
                <a:r>
                  <a:rPr lang="nl-BE" sz="3200" b="1" dirty="0">
                    <a:latin typeface="Calibri"/>
                    <a:ea typeface="Calibri"/>
                    <a:cs typeface="Calibri"/>
                    <a:sym typeface="Calibri"/>
                  </a:rPr>
                  <a:t>Een toets voor de populatieproportie (</a:t>
                </a:r>
                <a14:m>
                  <m:oMath xmlns:m="http://schemas.openxmlformats.org/officeDocument/2006/math">
                    <m:r>
                      <a:rPr lang="nl-BE" sz="32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𝝅</m:t>
                    </m:r>
                  </m:oMath>
                </a14:m>
                <a:r>
                  <a:rPr lang="nl-BE" sz="3200" b="1" dirty="0"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  <a:r>
                  <a:rPr lang="nl-BE" sz="3200" b="1" noProof="0" dirty="0">
                    <a:latin typeface="Calibri"/>
                    <a:ea typeface="Calibri"/>
                    <a:cs typeface="Calibri"/>
                    <a:sym typeface="Calibri"/>
                  </a:rPr>
                  <a:t>: opmerkingen</a:t>
                </a:r>
                <a:endParaRPr lang="nl-BE" sz="1400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7" name="Google Shape;397;g3ca50a4f78e_1_68">
                <a:extLst>
                  <a:ext uri="{FF2B5EF4-FFF2-40B4-BE49-F238E27FC236}">
                    <a16:creationId xmlns:a16="http://schemas.microsoft.com/office/drawing/2014/main" id="{1CE85AEC-C5DC-91CE-024D-F0882F71A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0" y="1103300"/>
                <a:ext cx="10163582" cy="584735"/>
              </a:xfrm>
              <a:prstGeom prst="rect">
                <a:avLst/>
              </a:prstGeom>
              <a:blipFill>
                <a:blip r:embed="rId4"/>
                <a:stretch>
                  <a:fillRect l="-1560" t="-12500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404;g3ca50a4f78e_1_68">
                <a:extLst>
                  <a:ext uri="{FF2B5EF4-FFF2-40B4-BE49-F238E27FC236}">
                    <a16:creationId xmlns:a16="http://schemas.microsoft.com/office/drawing/2014/main" id="{CA053DA0-FD35-CB72-052B-7BA6346F4581}"/>
                  </a:ext>
                </a:extLst>
              </p:cNvPr>
              <p:cNvSpPr txBox="1"/>
              <p:nvPr/>
            </p:nvSpPr>
            <p:spPr>
              <a:xfrm>
                <a:off x="3550971" y="2150415"/>
                <a:ext cx="2450570" cy="6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𝑝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𝑐h𝑖𝑠𝑞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sSup>
                        <m:sSupPr>
                          <m:ctrlPr>
                            <a:rPr lang="nl-BE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pPr>
                        <m:e>
                          <m:r>
                            <a:rPr lang="nl-BE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𝑍</m:t>
                          </m:r>
                        </m:e>
                        <m:sup>
                          <m:r>
                            <a:rPr lang="nl-BE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, 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𝑑𝑓</m:t>
                      </m:r>
                      <m:r>
                        <a:rPr lang="nl-BE" sz="20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=1)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Google Shape;404;g3ca50a4f78e_1_68">
                <a:extLst>
                  <a:ext uri="{FF2B5EF4-FFF2-40B4-BE49-F238E27FC236}">
                    <a16:creationId xmlns:a16="http://schemas.microsoft.com/office/drawing/2014/main" id="{CA053DA0-FD35-CB72-052B-7BA6346F4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971" y="2150415"/>
                <a:ext cx="2450570" cy="61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Afbeelding 15">
            <a:extLst>
              <a:ext uri="{FF2B5EF4-FFF2-40B4-BE49-F238E27FC236}">
                <a16:creationId xmlns:a16="http://schemas.microsoft.com/office/drawing/2014/main" id="{A05235F5-2E7E-1B9A-20F9-0A349BE9F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539" y="4167125"/>
            <a:ext cx="8085521" cy="34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23FDBC9-C41B-81CC-3BEF-16F1AC3C4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3839" y="4818658"/>
            <a:ext cx="5624047" cy="1844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464C3ACC-BD82-02B9-4C42-EDF4D861158F}"/>
              </a:ext>
            </a:extLst>
          </p:cNvPr>
          <p:cNvSpPr txBox="1"/>
          <p:nvPr/>
        </p:nvSpPr>
        <p:spPr>
          <a:xfrm>
            <a:off x="7964703" y="5398901"/>
            <a:ext cx="1042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1400" baseline="-250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1400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 π &gt; 0,95</a:t>
            </a:r>
            <a:endParaRPr lang="nl-B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089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>
          <a:extLst>
            <a:ext uri="{FF2B5EF4-FFF2-40B4-BE49-F238E27FC236}">
              <a16:creationId xmlns:a16="http://schemas.microsoft.com/office/drawing/2014/main" id="{813C7B94-455C-5FD4-CB96-176695A6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d990630fe_0_37">
            <a:extLst>
              <a:ext uri="{FF2B5EF4-FFF2-40B4-BE49-F238E27FC236}">
                <a16:creationId xmlns:a16="http://schemas.microsoft.com/office/drawing/2014/main" id="{E98BFCF7-ABF2-AAC5-74BD-9F1490858D27}"/>
              </a:ext>
            </a:extLst>
          </p:cNvPr>
          <p:cNvSpPr txBox="1"/>
          <p:nvPr/>
        </p:nvSpPr>
        <p:spPr>
          <a:xfrm>
            <a:off x="919750" y="1103300"/>
            <a:ext cx="651854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Toetsen voor twee gemiddelden in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cd990630fe_0_37">
            <a:extLst>
              <a:ext uri="{FF2B5EF4-FFF2-40B4-BE49-F238E27FC236}">
                <a16:creationId xmlns:a16="http://schemas.microsoft.com/office/drawing/2014/main" id="{D2F6DF78-FE69-456A-6097-C037110BB6B1}"/>
              </a:ext>
            </a:extLst>
          </p:cNvPr>
          <p:cNvSpPr/>
          <p:nvPr/>
        </p:nvSpPr>
        <p:spPr>
          <a:xfrm>
            <a:off x="919750" y="1851325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Eagle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Boys beweert grotere pizza’s te maken dan Domino’s</a:t>
            </a: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large pizzas are bigger than theirs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µ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µ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vs.  H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µ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µ</a:t>
            </a: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nl-BE" sz="2000" baseline="-25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lang="nl-BE" sz="2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CONCLUSIE: De pizza’s van </a:t>
            </a:r>
            <a:r>
              <a:rPr lang="nl-BE" sz="2000" noProof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Eagle</a:t>
            </a:r>
            <a:r>
              <a:rPr lang="nl-BE" sz="20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Boys zijn significant groter dan de pizza’s van Domino’s</a:t>
            </a:r>
          </a:p>
        </p:txBody>
      </p:sp>
      <p:pic>
        <p:nvPicPr>
          <p:cNvPr id="449" name="Google Shape;449;g3cd990630fe_0_37">
            <a:extLst>
              <a:ext uri="{FF2B5EF4-FFF2-40B4-BE49-F238E27FC236}">
                <a16:creationId xmlns:a16="http://schemas.microsoft.com/office/drawing/2014/main" id="{52AC1DB8-FFF5-8313-2707-00B07F1228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025" y="3524198"/>
            <a:ext cx="9275599" cy="2604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50" name="Google Shape;450;g3cd990630fe_0_37">
            <a:extLst>
              <a:ext uri="{FF2B5EF4-FFF2-40B4-BE49-F238E27FC236}">
                <a16:creationId xmlns:a16="http://schemas.microsoft.com/office/drawing/2014/main" id="{380C2713-ED03-46A1-ABEC-30F92F4DF907}"/>
              </a:ext>
            </a:extLst>
          </p:cNvPr>
          <p:cNvSpPr/>
          <p:nvPr/>
        </p:nvSpPr>
        <p:spPr>
          <a:xfrm>
            <a:off x="1163638" y="4702347"/>
            <a:ext cx="1340700" cy="3411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sp>
        <p:nvSpPr>
          <p:cNvPr id="451" name="Google Shape;451;g3cd990630fe_0_37">
            <a:extLst>
              <a:ext uri="{FF2B5EF4-FFF2-40B4-BE49-F238E27FC236}">
                <a16:creationId xmlns:a16="http://schemas.microsoft.com/office/drawing/2014/main" id="{512D9636-016F-0371-5273-DBED73FF3E16}"/>
              </a:ext>
            </a:extLst>
          </p:cNvPr>
          <p:cNvSpPr/>
          <p:nvPr/>
        </p:nvSpPr>
        <p:spPr>
          <a:xfrm>
            <a:off x="3533813" y="4702347"/>
            <a:ext cx="1990200" cy="3411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nl-BE" noProof="0" dirty="0"/>
          </a:p>
        </p:txBody>
      </p:sp>
      <p:sp>
        <p:nvSpPr>
          <p:cNvPr id="2" name="Google Shape;396;g3ca50a4f78e_1_68">
            <a:extLst>
              <a:ext uri="{FF2B5EF4-FFF2-40B4-BE49-F238E27FC236}">
                <a16:creationId xmlns:a16="http://schemas.microsoft.com/office/drawing/2014/main" id="{28EA8F46-743A-6CB9-2B59-888CC015F16D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692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>
          <a:extLst>
            <a:ext uri="{FF2B5EF4-FFF2-40B4-BE49-F238E27FC236}">
              <a16:creationId xmlns:a16="http://schemas.microsoft.com/office/drawing/2014/main" id="{C1165722-17CF-4795-910C-AFA65D012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d990630fe_0_8">
            <a:extLst>
              <a:ext uri="{FF2B5EF4-FFF2-40B4-BE49-F238E27FC236}">
                <a16:creationId xmlns:a16="http://schemas.microsoft.com/office/drawing/2014/main" id="{11518ED5-82AC-CB2A-B8DF-58565150572D}"/>
              </a:ext>
            </a:extLst>
          </p:cNvPr>
          <p:cNvSpPr/>
          <p:nvPr/>
        </p:nvSpPr>
        <p:spPr>
          <a:xfrm>
            <a:off x="919750" y="1851325"/>
            <a:ext cx="11272250" cy="47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Bereken een 99% betrouwbaarheidsinterval voor de grootte van Domino’s pizza’s (in cm)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endParaRPr lang="nl-BE"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De website van Domino’s vermeld dat een “</a:t>
            </a:r>
            <a:r>
              <a:rPr lang="nl-BE" sz="2000" dirty="0" err="1">
                <a:latin typeface="Calibri"/>
                <a:ea typeface="Calibri"/>
                <a:cs typeface="Calibri"/>
                <a:sym typeface="Calibri"/>
              </a:rPr>
              <a:t>Thin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 &amp; Crispy pizza” 30 cm groot is. Klopt deze bewering volgens de data in de gegeven dataset?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endParaRPr lang="nl-BE"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endParaRPr lang="nl-BE" sz="20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Je verwacht dat “</a:t>
            </a:r>
            <a:r>
              <a:rPr lang="nl-BE" sz="2000" dirty="0" err="1">
                <a:latin typeface="Calibri"/>
                <a:ea typeface="Calibri"/>
                <a:cs typeface="Calibri"/>
                <a:sym typeface="Calibri"/>
              </a:rPr>
              <a:t>DeepPan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” pizza’s (met een dikke korst) door de bereidingswijze wel een kleinere diameter zullen hebben dan pizza’s met een dunnere korst.</a:t>
            </a:r>
          </a:p>
          <a:p>
            <a:pPr marL="914400" lvl="1" indent="-355600">
              <a:lnSpc>
                <a:spcPct val="115000"/>
              </a:lnSpc>
              <a:buSzPts val="2000"/>
              <a:buFont typeface="Calibri"/>
              <a:buChar char="○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Ga deze bewering na voor Domino’s pizza’s als je vergelijkt met een klassieke korst (“</a:t>
            </a:r>
            <a:r>
              <a:rPr lang="nl-BE" sz="2000" dirty="0" err="1">
                <a:latin typeface="Calibri"/>
                <a:ea typeface="Calibri"/>
                <a:cs typeface="Calibri"/>
                <a:sym typeface="Calibri"/>
              </a:rPr>
              <a:t>ClassicCrust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”)</a:t>
            </a:r>
          </a:p>
          <a:p>
            <a:pPr marL="914400" lvl="1" indent="-355600">
              <a:lnSpc>
                <a:spcPct val="115000"/>
              </a:lnSpc>
              <a:buSzPts val="2000"/>
              <a:buFont typeface="Calibri"/>
              <a:buChar char="○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Ga deze bewering na voor Domino’s pizza’s als je vergelijkt met een dunne korst (“</a:t>
            </a:r>
            <a:r>
              <a:rPr lang="nl-BE" sz="2000" dirty="0" err="1">
                <a:latin typeface="Calibri"/>
                <a:ea typeface="Calibri"/>
                <a:cs typeface="Calibri"/>
                <a:sym typeface="Calibri"/>
              </a:rPr>
              <a:t>ThinNCrispy</a:t>
            </a: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”)</a:t>
            </a:r>
          </a:p>
          <a:p>
            <a:pPr marL="558800" lvl="1">
              <a:lnSpc>
                <a:spcPct val="115000"/>
              </a:lnSpc>
              <a:buSzPts val="2000"/>
            </a:pPr>
            <a:endParaRPr lang="nl-BE" sz="20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lnSpc>
                <a:spcPct val="115000"/>
              </a:lnSpc>
              <a:buSzPts val="2000"/>
              <a:buFont typeface="Calibri"/>
              <a:buChar char="○"/>
            </a:pPr>
            <a:endParaRPr lang="nl-BE" sz="2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cd990630fe_0_8">
            <a:extLst>
              <a:ext uri="{FF2B5EF4-FFF2-40B4-BE49-F238E27FC236}">
                <a16:creationId xmlns:a16="http://schemas.microsoft.com/office/drawing/2014/main" id="{554B0F5E-716D-A384-6036-871799596587}"/>
              </a:ext>
            </a:extLst>
          </p:cNvPr>
          <p:cNvSpPr txBox="1"/>
          <p:nvPr/>
        </p:nvSpPr>
        <p:spPr>
          <a:xfrm>
            <a:off x="919751" y="1103300"/>
            <a:ext cx="8739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nl-BE" sz="3200" b="1" noProof="0" dirty="0">
                <a:latin typeface="Calibri"/>
                <a:ea typeface="Calibri"/>
                <a:cs typeface="Calibri"/>
                <a:sym typeface="Calibri"/>
              </a:rPr>
              <a:t>Oefeningen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96;g3ca50a4f78e_1_68">
            <a:extLst>
              <a:ext uri="{FF2B5EF4-FFF2-40B4-BE49-F238E27FC236}">
                <a16:creationId xmlns:a16="http://schemas.microsoft.com/office/drawing/2014/main" id="{9BB2BD18-58AD-3391-9545-B124D69696D3}"/>
              </a:ext>
            </a:extLst>
          </p:cNvPr>
          <p:cNvSpPr txBox="1"/>
          <p:nvPr/>
        </p:nvSpPr>
        <p:spPr>
          <a:xfrm>
            <a:off x="1028700" y="701750"/>
            <a:ext cx="1403001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nl-BE" sz="1100" b="1" noProof="0" dirty="0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Toepassingen met R</a:t>
            </a:r>
            <a:endParaRPr lang="nl-BE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72E6317-8C8C-ADC5-2BCB-A4C81D56E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54699"/>
            <a:ext cx="2338643" cy="1547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87037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58E5-3679-5671-9EC6-307DEE82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A50902-4178-CBEB-EDDB-79A3AA2742F7}"/>
              </a:ext>
            </a:extLst>
          </p:cNvPr>
          <p:cNvSpPr txBox="1"/>
          <p:nvPr/>
        </p:nvSpPr>
        <p:spPr>
          <a:xfrm>
            <a:off x="2304661" y="3235003"/>
            <a:ext cx="6851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Evaluatie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868083-15D0-FAA1-7948-E55D091CD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256775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154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cf00bf52eb_0_0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Evalueren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g3cf00bf52eb_0_0"/>
          <p:cNvSpPr/>
          <p:nvPr/>
        </p:nvSpPr>
        <p:spPr>
          <a:xfrm>
            <a:off x="919750" y="1271996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Welke competenties moeten de leerlingen tonen?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Concepten/begrippen in statistiek: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student/leerling begrijpt en past fundamentele statistische concepten en terminologie correct toe bij data-analyse.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Werken met R: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student/leerling gebruikt R om data in te laden, te verwerken, te analyseren en te visualiseren op een gestructureerde en reproduceerbare manier.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Interpretatie van output in R: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student/leerling interpreteert statistische output kritisch en vertaalt resultaten naar inhoudelijke conclusies binnen de context van de onderzoeksvraag.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Wetenschappelijke communiceren: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student/leerling rapporteert analyses en resultaten helder, gestructureerd en correct volgens wetenschappelijke communicatiestandaarden, zowel schriftelijk als mondeling.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Samenwerken: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student/leerling werkt constructief samen aan data-analyses en onderzoeksopdrachten, neemt verantwoordelijkheid binnen een team en draagt bij aan gezamenlijke resultaten.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Toepassing: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student/leerling past statistische methoden en data-analyse toe op realistische vraagstukken en kan resultaten vertalen naar praktische of maatschappelijke contexten.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cf00bf52eb_0_42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Samenhang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5" name="Google Shape;1135;g3cf00bf52eb_0_42"/>
          <p:cNvGraphicFramePr/>
          <p:nvPr/>
        </p:nvGraphicFramePr>
        <p:xfrm>
          <a:off x="952500" y="2476500"/>
          <a:ext cx="10287000" cy="2834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4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Evaluatie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Functie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Quiz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Oefenen en verwerven van basiskennis en begrip van concepten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Groepswerk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Toepassen van statistische methoden, samenwerken en probleemoplossend denken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Schriftelijk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Individueel beheersen van concepten, interpretatie en analysevaardigheden aantonen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Mondeling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Diepgaand redeneren, uitleggen en verdedigen van keuzes en resultaten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cf00bf52eb_0_18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Kennisquiz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g3cf00bf52eb_0_18"/>
          <p:cNvSpPr/>
          <p:nvPr/>
        </p:nvSpPr>
        <p:spPr>
          <a:xfrm>
            <a:off x="935425" y="1084100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Doel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Nagaan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begrip van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statistische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kernbegrippen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Ondersteunen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kennisopbouw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voorbereiding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verdere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toepassingen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Detecteren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misconcepties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gericht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bijsturen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het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leerproces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Evaluatiefunctie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Formatief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tussentijdse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begripscontrole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 feedback om het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leerproces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ondersteunen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inzicht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geven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voortgang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Summatief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beperkte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bijdrage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eindscore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individuele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kennisverwerving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Organisatie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 de les: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activeren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voorkennis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voorbereiding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nieuwe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leerinhoud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de les: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controleren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consolideren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begrip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Vorm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Korte quiz met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gesloten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/of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korte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vragen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Klassikaal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bv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interactieve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quiz) of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individueel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thuis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het online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leerplatform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Gericht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conceptueel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begrip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eerder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uitgebreide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berekeningen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d05452ebeb_0_12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Kennisquiz: voorbeeld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g3d05452ebeb_0_12"/>
          <p:cNvSpPr txBox="1"/>
          <p:nvPr/>
        </p:nvSpPr>
        <p:spPr>
          <a:xfrm>
            <a:off x="1028700" y="1346089"/>
            <a:ext cx="9018600" cy="381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Voorbeeldvragen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opdrachten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(open of MKV)</a:t>
            </a: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2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Welke R-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functie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gebruik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je om het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gemiddelde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berekenen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2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Waarom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gebruik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je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een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boxplot?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3"/>
            </a:pPr>
            <a:r>
              <a:rPr lang="nl-BE" sz="2000" dirty="0">
                <a:latin typeface="Calibri"/>
                <a:ea typeface="Calibri"/>
                <a:cs typeface="Calibri"/>
                <a:sym typeface="Calibri"/>
              </a:rPr>
              <a:t>Wat is het verschil tussen de plots gemaakt met volgende commando’s:</a:t>
            </a: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3"/>
            </a:pPr>
            <a:endParaRPr lang="nl-BE" sz="2000" dirty="0">
              <a:latin typeface="Calibri"/>
              <a:ea typeface="Calibri"/>
              <a:cs typeface="Calibri"/>
              <a:sym typeface="Calibri"/>
            </a:endParaRP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 startAt="3"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EF044A-B2FB-163E-29BC-E0CBC83CF1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38899" y="4568452"/>
            <a:ext cx="8382509" cy="2970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C25E17-505C-5C2D-5324-93A5EBD6B8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64004" y="4865470"/>
            <a:ext cx="7863160" cy="2970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cf00bf52eb_0_30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Schriftelijke toets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cf00bf52eb_0_30"/>
          <p:cNvSpPr/>
          <p:nvPr/>
        </p:nvSpPr>
        <p:spPr>
          <a:xfrm>
            <a:off x="919750" y="1068448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Begrip: toetsen of studenten de kernconcepten en statistische begrippen correct begrijpen.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Interpretatie: beoordelen of studenten R-output correct kunnen lezen en betekenisvol interpreteren.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Toepassing: nagaan of studenten de juiste R-commando’s kunnen toepassen en de output kunnen aanvullen of vervolledigen in een gegeven context.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Organisatie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Toets wordt afgenomen na afronding van een hoofdstuk of thema.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Individueel, klassikaal of via een digitaal toetsplatform.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Vorm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Commandolijn lezen: studenten krijgen een stukje R-code en beantwoorden vragen over wat deze doet.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interpreteren: studenten analyseren de gegenereerde resultaten (bv. samenvattingen, statistische tests, grafieken) en trekken conclusies.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aanvullen: studenten schrijven ontbrekende commando’s of vullen resultaten aan op basis van gegeven data of instructies. </a:t>
            </a: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(optioneel indien dit tot de leerstof hoort)</a:t>
            </a:r>
            <a:endParaRPr sz="2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2" name="Google Shape;1162;g3d05452ebeb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3" y="2624450"/>
            <a:ext cx="9544050" cy="2533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9"/>
              </a:srgbClr>
            </a:outerShdw>
          </a:effectLst>
        </p:spPr>
      </p:pic>
      <p:sp>
        <p:nvSpPr>
          <p:cNvPr id="1163" name="Google Shape;1163;g3d05452ebeb_0_23"/>
          <p:cNvSpPr txBox="1"/>
          <p:nvPr/>
        </p:nvSpPr>
        <p:spPr>
          <a:xfrm>
            <a:off x="1028700" y="701750"/>
            <a:ext cx="29202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Schriftelijke toets: voorbeeld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4" name="Google Shape;1164;g3d05452ebeb_0_23"/>
          <p:cNvCxnSpPr/>
          <p:nvPr/>
        </p:nvCxnSpPr>
        <p:spPr>
          <a:xfrm rot="10800000">
            <a:off x="1365325" y="1900950"/>
            <a:ext cx="0" cy="6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5" name="Google Shape;1165;g3d05452ebeb_0_23"/>
          <p:cNvSpPr txBox="1"/>
          <p:nvPr/>
        </p:nvSpPr>
        <p:spPr>
          <a:xfrm>
            <a:off x="1020875" y="1478075"/>
            <a:ext cx="919110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/>
              <a:t>Geef deze commando lijn en vraag wat deze doet, bv. welke hypothese wordt er getest?</a:t>
            </a:r>
            <a:endParaRPr sz="1600" i="1"/>
          </a:p>
        </p:txBody>
      </p:sp>
      <p:cxnSp>
        <p:nvCxnSpPr>
          <p:cNvPr id="1166" name="Google Shape;1166;g3d05452ebeb_0_23"/>
          <p:cNvCxnSpPr/>
          <p:nvPr/>
        </p:nvCxnSpPr>
        <p:spPr>
          <a:xfrm>
            <a:off x="7268225" y="4092875"/>
            <a:ext cx="1064700" cy="126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7" name="Google Shape;1167;g3d05452ebeb_0_23"/>
          <p:cNvSpPr txBox="1"/>
          <p:nvPr/>
        </p:nvSpPr>
        <p:spPr>
          <a:xfrm>
            <a:off x="7138800" y="5529200"/>
            <a:ext cx="46170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/>
              <a:t>Geef deze output en vraag de leerlingen de resultaten te interpreteren en een conclusie te formuleren.</a:t>
            </a:r>
            <a:endParaRPr sz="1600" i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cf00bf52eb_0_24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Groepswerk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g3cf00bf52eb_0_24"/>
          <p:cNvSpPr/>
          <p:nvPr/>
        </p:nvSpPr>
        <p:spPr>
          <a:xfrm>
            <a:off x="1028700" y="917772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Toepassen van statistische kennis: studenten passen statistische methoden toe in R op een concrete dataset.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Samenwerken: studenten werken gezamenlijk aan een analyse, verdelen taken en communiceren effectief binnen het team.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Wetenschappelijk taalgebruik: studenten rapporteren resultaten duidelijk, gestructureerd en correct volgens wetenschappelijke standaarden.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Organisatie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 groepswerk wordt uitgevoerd aan het einde van de lessenreeks, wanneer de basisconcepten en vaardigheden zijn aangeleerd.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van 2–4 studenten werken samen aan een gezamenlijke opdracht.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Vorm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Casus: studenten krijgen een realistische onderzoeksvraag of probleemstelling.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verzamelen en voorbereiden: leerlingen verzamelen of gebruiken bestaande datasets en maken deze geschikt voor analyse.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Analyse: uitvoeren van passende statistische analyses in R, inclusief visualisaties en beschrijvende statistiek.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Interpretatie en conclusie: resultaten interpreteren, conclusies trekken en deze rapporteren in een samenhangend, wetenschappelijk verslag.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cf00bf52eb_0_36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Mondeling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g3cf00bf52eb_0_36"/>
          <p:cNvSpPr/>
          <p:nvPr/>
        </p:nvSpPr>
        <p:spPr>
          <a:xfrm>
            <a:off x="1028700" y="1183950"/>
            <a:ext cx="10541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Redeneren zichtbaar maken: studenten leggen hun denkproces en keuzes bij data-analyse in R mondeling uit.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Dieper begrip testen: toetsen of studenten concepten, methoden en resultaten niet alleen kennen, maar ook kunnen toepassen en kritisch evalueren.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Wetenschappelijk formuleren: studenten communiceren hun analyse en interpretatie op een gestructureerde, duidelijke en correcte manier, met gebruik van wetenschappelijke terminologie.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Organisatie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toets wordt afgenomen aan het einde van de lessenreeks, wanneer de basisvaardigheden en conceptuele kennis zijn opgedaan.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Individueel of in kleine groepen (afhankelijk van cursusorganisatie).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Vorm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R-stappen uitleggen: studenten beschrijven de stappen die ze in R hebben uitgevoerd, inclusief keuzes van methoden en commando’s.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interpreteren: studenten leggen de betekenis van de gegenereerde output uit en trekken relevante conclusies.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AI - bestendig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d05452ebeb_0_35"/>
          <p:cNvSpPr txBox="1"/>
          <p:nvPr/>
        </p:nvSpPr>
        <p:spPr>
          <a:xfrm>
            <a:off x="1028700" y="1487450"/>
            <a:ext cx="89124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Voorbeeldvragen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opdrachten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waarom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je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bepaalde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hebt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gebruikt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je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Interpreteer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output van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gegeven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statistische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 of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visualisatie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Bespreek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mogelijke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alternatieve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beperkingen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je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g3d05452ebeb_0_35"/>
          <p:cNvSpPr txBox="1"/>
          <p:nvPr/>
        </p:nvSpPr>
        <p:spPr>
          <a:xfrm>
            <a:off x="1028700" y="701750"/>
            <a:ext cx="1824600" cy="2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F5FC"/>
                </a:solidFill>
                <a:latin typeface="Calibri"/>
                <a:ea typeface="Calibri"/>
                <a:cs typeface="Calibri"/>
                <a:sym typeface="Calibri"/>
              </a:rPr>
              <a:t>Mondeling: voorbeelden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0E46-4264-CF6C-9A41-BCAB633D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273C12-98E2-5EBA-521B-9E430AA49C28}"/>
              </a:ext>
            </a:extLst>
          </p:cNvPr>
          <p:cNvSpPr txBox="1"/>
          <p:nvPr/>
        </p:nvSpPr>
        <p:spPr>
          <a:xfrm>
            <a:off x="2304661" y="3235003"/>
            <a:ext cx="6851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nl-BE" sz="3200" b="1" dirty="0">
                <a:latin typeface="Calibri"/>
                <a:ea typeface="Calibri"/>
                <a:cs typeface="Calibri"/>
                <a:sym typeface="Calibri"/>
              </a:rPr>
              <a:t>Afsluiting van de workshop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8D5831-AEA5-01AF-6B1D-312D6339A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256775"/>
            <a:ext cx="10517155" cy="12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972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>
          <a:extLst>
            <a:ext uri="{FF2B5EF4-FFF2-40B4-BE49-F238E27FC236}">
              <a16:creationId xmlns:a16="http://schemas.microsoft.com/office/drawing/2014/main" id="{EBD7E8EE-E855-277A-1658-B59BC4E1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d05452ebeb_0_35">
            <a:extLst>
              <a:ext uri="{FF2B5EF4-FFF2-40B4-BE49-F238E27FC236}">
                <a16:creationId xmlns:a16="http://schemas.microsoft.com/office/drawing/2014/main" id="{9AD54DC3-BB85-3EC1-57DE-9FCA4865D085}"/>
              </a:ext>
            </a:extLst>
          </p:cNvPr>
          <p:cNvSpPr txBox="1"/>
          <p:nvPr/>
        </p:nvSpPr>
        <p:spPr>
          <a:xfrm>
            <a:off x="1028700" y="701750"/>
            <a:ext cx="3415978" cy="261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C"/>
              </a:buClr>
              <a:buSzPts val="1100"/>
              <a:buFont typeface="Calibri"/>
              <a:buNone/>
            </a:pPr>
            <a:r>
              <a:rPr lang="en-US" sz="1100" b="1" dirty="0" err="1">
                <a:solidFill>
                  <a:srgbClr val="F4F5FC"/>
                </a:solidFill>
                <a:latin typeface="Calibri"/>
                <a:ea typeface="Arial"/>
                <a:cs typeface="Calibri"/>
                <a:sym typeface="Calibri"/>
              </a:rPr>
              <a:t>Volledige</a:t>
            </a:r>
            <a:r>
              <a:rPr lang="en-US" sz="1100" b="1" dirty="0">
                <a:solidFill>
                  <a:srgbClr val="F4F5FC"/>
                </a:solidFill>
                <a:latin typeface="Calibri"/>
                <a:ea typeface="Arial"/>
                <a:cs typeface="Calibri"/>
                <a:sym typeface="Calibri"/>
              </a:rPr>
              <a:t> </a:t>
            </a:r>
            <a:r>
              <a:rPr lang="en-US" sz="1100" b="1" dirty="0" err="1">
                <a:solidFill>
                  <a:srgbClr val="F4F5FC"/>
                </a:solidFill>
                <a:latin typeface="Calibri"/>
                <a:ea typeface="Arial"/>
                <a:cs typeface="Calibri"/>
                <a:sym typeface="Calibri"/>
              </a:rPr>
              <a:t>analyse</a:t>
            </a:r>
            <a:r>
              <a:rPr lang="en-US" sz="1100" b="1" dirty="0">
                <a:solidFill>
                  <a:srgbClr val="F4F5FC"/>
                </a:solidFill>
                <a:latin typeface="Calibri"/>
                <a:ea typeface="Arial"/>
                <a:cs typeface="Calibri"/>
                <a:sym typeface="Calibri"/>
              </a:rPr>
              <a:t> van de </a:t>
            </a:r>
            <a:r>
              <a:rPr lang="en-US" sz="1100" b="1" dirty="0" err="1">
                <a:solidFill>
                  <a:srgbClr val="F4F5FC"/>
                </a:solidFill>
                <a:latin typeface="Calibri"/>
                <a:ea typeface="Arial"/>
                <a:cs typeface="Calibri"/>
                <a:sym typeface="Calibri"/>
              </a:rPr>
              <a:t>pizzasize</a:t>
            </a:r>
            <a:r>
              <a:rPr lang="en-US" sz="1100" b="1" dirty="0">
                <a:solidFill>
                  <a:srgbClr val="F4F5FC"/>
                </a:solidFill>
                <a:latin typeface="Calibri"/>
                <a:ea typeface="Arial"/>
                <a:cs typeface="Calibri"/>
                <a:sym typeface="Calibri"/>
              </a:rPr>
              <a:t> 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42FA40-3FD2-A6EC-A2E8-FC9BB72AD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57" y="1193993"/>
            <a:ext cx="7772400" cy="447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445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F4B52-6542-2043-9684-F5586857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766BC5-5A16-8308-F639-5E4B983A5AC7}"/>
              </a:ext>
            </a:extLst>
          </p:cNvPr>
          <p:cNvSpPr txBox="1"/>
          <p:nvPr/>
        </p:nvSpPr>
        <p:spPr>
          <a:xfrm>
            <a:off x="1028700" y="701748"/>
            <a:ext cx="1791260" cy="58477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Feedback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EE52D-4437-5CC5-4EC7-8661ABF8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730" y="330760"/>
            <a:ext cx="6527240" cy="652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553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CB58F5-BE35-45A5-E004-EA0F78AD2E2F}"/>
              </a:ext>
            </a:extLst>
          </p:cNvPr>
          <p:cNvSpPr/>
          <p:nvPr/>
        </p:nvSpPr>
        <p:spPr>
          <a:xfrm>
            <a:off x="74633" y="1250302"/>
            <a:ext cx="1782147" cy="1362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Opstellen onderzoeksvraag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486136-B1E0-F4F7-AA84-BCEB7B5CACDE}"/>
              </a:ext>
            </a:extLst>
          </p:cNvPr>
          <p:cNvSpPr/>
          <p:nvPr/>
        </p:nvSpPr>
        <p:spPr>
          <a:xfrm>
            <a:off x="2094711" y="1250302"/>
            <a:ext cx="1433804" cy="1362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Data collectie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73704-43A5-7C80-0943-80956822494D}"/>
              </a:ext>
            </a:extLst>
          </p:cNvPr>
          <p:cNvSpPr/>
          <p:nvPr/>
        </p:nvSpPr>
        <p:spPr>
          <a:xfrm>
            <a:off x="3766446" y="1250302"/>
            <a:ext cx="1551991" cy="1362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Exploratie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EF35CC-0F13-C9B1-10F1-92A8A3606E53}"/>
              </a:ext>
            </a:extLst>
          </p:cNvPr>
          <p:cNvSpPr/>
          <p:nvPr/>
        </p:nvSpPr>
        <p:spPr>
          <a:xfrm>
            <a:off x="5556368" y="1250302"/>
            <a:ext cx="3023119" cy="1362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Analyse (hypothesetoetsen/modellen)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56F29-1B41-658B-BD53-DD649E07BA4F}"/>
              </a:ext>
            </a:extLst>
          </p:cNvPr>
          <p:cNvSpPr/>
          <p:nvPr/>
        </p:nvSpPr>
        <p:spPr>
          <a:xfrm>
            <a:off x="11005449" y="1250301"/>
            <a:ext cx="1073019" cy="13622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Evaluatie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9A5903-F1D3-BCA0-2F69-10F863AA8B43}"/>
              </a:ext>
            </a:extLst>
          </p:cNvPr>
          <p:cNvSpPr/>
          <p:nvPr/>
        </p:nvSpPr>
        <p:spPr>
          <a:xfrm>
            <a:off x="8817418" y="1250301"/>
            <a:ext cx="1222309" cy="1362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Besluit</a:t>
            </a:r>
          </a:p>
        </p:txBody>
      </p:sp>
    </p:spTree>
    <p:extLst>
      <p:ext uri="{BB962C8B-B14F-4D97-AF65-F5344CB8AC3E}">
        <p14:creationId xmlns:p14="http://schemas.microsoft.com/office/powerpoint/2010/main" val="23593955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A12A82-43F9-395E-0B8E-A7E58A6D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D98486-8C3E-3354-E101-413F41C75F15}"/>
              </a:ext>
            </a:extLst>
          </p:cNvPr>
          <p:cNvSpPr txBox="1"/>
          <p:nvPr/>
        </p:nvSpPr>
        <p:spPr>
          <a:xfrm>
            <a:off x="1028700" y="701748"/>
            <a:ext cx="3199915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Overzicht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grafische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procedures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1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veranderlijke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151E0D-C5ED-6741-CFDF-FCC9DA49915E}"/>
              </a:ext>
            </a:extLst>
          </p:cNvPr>
          <p:cNvSpPr/>
          <p:nvPr/>
        </p:nvSpPr>
        <p:spPr>
          <a:xfrm>
            <a:off x="919756" y="1851292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44C23A5-4D1D-6664-2DB5-BE66CF2E2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586547"/>
              </p:ext>
            </p:extLst>
          </p:nvPr>
        </p:nvGraphicFramePr>
        <p:xfrm>
          <a:off x="1060599" y="1178510"/>
          <a:ext cx="9239848" cy="5491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00246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460684-AC25-DEA7-13D0-F6C49DD1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E495DD-6F6A-3937-6DCB-57759E6E4239}"/>
              </a:ext>
            </a:extLst>
          </p:cNvPr>
          <p:cNvSpPr txBox="1"/>
          <p:nvPr/>
        </p:nvSpPr>
        <p:spPr>
          <a:xfrm>
            <a:off x="1028700" y="701748"/>
            <a:ext cx="3275256" cy="2616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Overzicht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grafische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procedures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voor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 2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4F5FC"/>
                </a:solidFill>
                <a:effectLst/>
                <a:uLnTx/>
                <a:uFillTx/>
                <a:latin typeface="Calibri" panose="020F0502020204030204" pitchFamily="34" charset="0"/>
                <a:ea typeface="Roboto" panose="02000000000000000000" pitchFamily="2" charset="0"/>
                <a:cs typeface="+mn-cs"/>
              </a:rPr>
              <a:t>veranderlijken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4F5FC"/>
              </a:solidFill>
              <a:effectLst/>
              <a:uLnTx/>
              <a:uFillTx/>
              <a:latin typeface="Calibri" panose="020F0502020204030204" pitchFamily="34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4B1AE-E739-32C9-131E-2E11C9FDD2DA}"/>
              </a:ext>
            </a:extLst>
          </p:cNvPr>
          <p:cNvSpPr/>
          <p:nvPr/>
        </p:nvSpPr>
        <p:spPr>
          <a:xfrm>
            <a:off x="919756" y="1851292"/>
            <a:ext cx="10211645" cy="614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Roboto Condensed Light" panose="02000000000000000000" pitchFamily="2" charset="0"/>
              <a:cs typeface="+mn-cs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7DD6955-1FDA-F402-DEB3-AFB005204E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298804"/>
              </p:ext>
            </p:extLst>
          </p:nvPr>
        </p:nvGraphicFramePr>
        <p:xfrm>
          <a:off x="1060599" y="457200"/>
          <a:ext cx="9732092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3545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5">
      <a:dk1>
        <a:srgbClr val="000000"/>
      </a:dk1>
      <a:lt1>
        <a:srgbClr val="F4F5FC"/>
      </a:lt1>
      <a:dk2>
        <a:srgbClr val="000000"/>
      </a:dk2>
      <a:lt2>
        <a:srgbClr val="FFFFFF"/>
      </a:lt2>
      <a:accent1>
        <a:srgbClr val="E03C31"/>
      </a:accent1>
      <a:accent2>
        <a:srgbClr val="E03C31"/>
      </a:accent2>
      <a:accent3>
        <a:srgbClr val="E03C31"/>
      </a:accent3>
      <a:accent4>
        <a:srgbClr val="E03C31"/>
      </a:accent4>
      <a:accent5>
        <a:srgbClr val="E03C31"/>
      </a:accent5>
      <a:accent6>
        <a:srgbClr val="000000"/>
      </a:accent6>
      <a:hlink>
        <a:srgbClr val="E03C31"/>
      </a:hlink>
      <a:folHlink>
        <a:srgbClr val="E03C3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I Original Presentation" id="{DA29B422-4733-8445-BD08-E348E59F4FA6}" vid="{F434031D-3AB3-F14A-A56E-61EB8B1DEFD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webextensions/webextension1.xml><?xml version="1.0" encoding="utf-8"?>
<we:webextension xmlns:we="http://schemas.microsoft.com/office/webextensions/webextension/2010/11" id="{F0E5E21C-1307-F64E-8B89-933C8E5007A1}">
  <we:reference id="71a1a0ed-6cd0-4a6e-ad2d-015b8a8b43cb" version="1.0.0.10" store="EXCatalog" storeType="EXCatalog"/>
  <we:alternateReferences>
    <we:reference id="WA104381682" version="1.0.0.10" store="nl-BE" storeType="OMEX"/>
  </we:alternateReferences>
  <we:properties>
    <we:property name="selectedSlug" value="&quot;QKIMAA&quot;"/>
    <we:property name="selectedQuestionId" value="&quot;699461ccd529cdfb9e17a8a7&quot;"/>
    <we:property name="QKIMAA:699461ccd529cdfb9e17a8a7:SlideId" value="2026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C2BAE366-5501-E041-BF27-BCDCDFF0E6BF}">
  <we:reference id="71a1a0ed-6cd0-4a6e-ad2d-015b8a8b43cb" version="1.0.0.10" store="EXCatalog" storeType="EXCatalog"/>
  <we:alternateReferences>
    <we:reference id="WA104381682" version="1.0.0.10" store="nl-BE" storeType="OMEX"/>
  </we:alternateReferences>
  <we:properties>
    <we:property name="QKIMAA:69946178d529cdfb9e172d21:SlideId" value="2029"/>
    <we:property name="selectedQuestionId" value="&quot;69946178d529cdfb9e172d21&quot;"/>
    <we:property name="selectedSlug" value="&quot;QKIMAA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C873505A-A1AF-C844-BD47-9E5EBBE0F2FE}">
  <we:reference id="71a1a0ed-6cd0-4a6e-ad2d-015b8a8b43cb" version="1.0.0.10" store="EXCatalog" storeType="EXCatalog"/>
  <we:alternateReferences>
    <we:reference id="WA104381682" version="1.0.0.10" store="nl-BE" storeType="OMEX"/>
  </we:alternateReferences>
  <we:properties>
    <we:property name="selectedSlug" value="&quot;QKIMAA&quot;"/>
    <we:property name="selectedQuestionId" value="&quot;699462692cb6a634343e9320&quot;"/>
    <we:property name="QKIMAA:699462692cb6a634343e9320:SlideId" value="2030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4BD40FF4-6538-8F43-8779-DC379E49366D}">
  <we:reference id="71a1a0ed-6cd0-4a6e-ad2d-015b8a8b43cb" version="1.0.0.10" store="EXCatalog" storeType="EXCatalog"/>
  <we:alternateReferences>
    <we:reference id="WA104381682" version="1.0.0.10" store="nl-BE" storeType="OMEX"/>
  </we:alternateReferences>
  <we:properties>
    <we:property name="selectedSlug" value="&quot;QKIMAA&quot;"/>
    <we:property name="selectedQuestionId" value="&quot;699464fdd5925a2c90c78e62&quot;"/>
    <we:property name="QKIMAA:699464fdd5925a2c90c78e62:SlideId" value="2032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85CD1581-49B1-6A49-B6A4-C72B1969B453}">
  <we:reference id="71a1a0ed-6cd0-4a6e-ad2d-015b8a8b43cb" version="1.0.0.10" store="EXCatalog" storeType="EXCatalog"/>
  <we:alternateReferences>
    <we:reference id="WA104381682" version="1.0.0.10" store="nl-BE" storeType="OMEX"/>
  </we:alternateReferences>
  <we:properties>
    <we:property name="selectedSlug" value="&quot;QKIMAA&quot;"/>
    <we:property name="selectedQuestionId" value="&quot;69946bb96c43eae93372e25e&quot;"/>
    <we:property name="QKIMAA:69946bb96c43eae93372e25e:SlideId" value="2044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3579</TotalTime>
  <Words>5607</Words>
  <Application>Microsoft Macintosh PowerPoint</Application>
  <PresentationFormat>Widescreen</PresentationFormat>
  <Paragraphs>1164</Paragraphs>
  <Slides>87</Slides>
  <Notes>80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87</vt:i4>
      </vt:variant>
    </vt:vector>
  </HeadingPairs>
  <TitlesOfParts>
    <vt:vector size="98" baseType="lpstr">
      <vt:lpstr>Arial</vt:lpstr>
      <vt:lpstr>Calibri</vt:lpstr>
      <vt:lpstr>Calibri Light</vt:lpstr>
      <vt:lpstr>Cambria Math</vt:lpstr>
      <vt:lpstr>Courier New</vt:lpstr>
      <vt:lpstr>Roboto</vt:lpstr>
      <vt:lpstr>Times New Roman</vt:lpstr>
      <vt:lpstr>Verdana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JASPERS Stijn</dc:creator>
  <cp:lastModifiedBy>JASPERS Stijn</cp:lastModifiedBy>
  <cp:revision>47</cp:revision>
  <cp:lastPrinted>2026-03-16T08:52:51Z</cp:lastPrinted>
  <dcterms:created xsi:type="dcterms:W3CDTF">2025-10-16T09:31:15Z</dcterms:created>
  <dcterms:modified xsi:type="dcterms:W3CDTF">2026-03-23T10:29:36Z</dcterms:modified>
</cp:coreProperties>
</file>